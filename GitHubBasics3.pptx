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1" r:id="rId1"/>
  </p:sldMasterIdLst>
  <p:notesMasterIdLst>
    <p:notesMasterId r:id="rId53"/>
  </p:notesMasterIdLst>
  <p:sldIdLst>
    <p:sldId id="257" r:id="rId2"/>
    <p:sldId id="332" r:id="rId3"/>
    <p:sldId id="347" r:id="rId4"/>
    <p:sldId id="331" r:id="rId5"/>
    <p:sldId id="353" r:id="rId6"/>
    <p:sldId id="258" r:id="rId7"/>
    <p:sldId id="259" r:id="rId8"/>
    <p:sldId id="363" r:id="rId9"/>
    <p:sldId id="263" r:id="rId10"/>
    <p:sldId id="348" r:id="rId11"/>
    <p:sldId id="261" r:id="rId12"/>
    <p:sldId id="350" r:id="rId13"/>
    <p:sldId id="354" r:id="rId14"/>
    <p:sldId id="334" r:id="rId15"/>
    <p:sldId id="264" r:id="rId16"/>
    <p:sldId id="265" r:id="rId17"/>
    <p:sldId id="267" r:id="rId18"/>
    <p:sldId id="268" r:id="rId19"/>
    <p:sldId id="269" r:id="rId20"/>
    <p:sldId id="270" r:id="rId21"/>
    <p:sldId id="349" r:id="rId22"/>
    <p:sldId id="333" r:id="rId23"/>
    <p:sldId id="336" r:id="rId24"/>
    <p:sldId id="335" r:id="rId25"/>
    <p:sldId id="355" r:id="rId26"/>
    <p:sldId id="356" r:id="rId27"/>
    <p:sldId id="337" r:id="rId28"/>
    <p:sldId id="260" r:id="rId29"/>
    <p:sldId id="351" r:id="rId30"/>
    <p:sldId id="357" r:id="rId31"/>
    <p:sldId id="360" r:id="rId32"/>
    <p:sldId id="272" r:id="rId33"/>
    <p:sldId id="273" r:id="rId34"/>
    <p:sldId id="274" r:id="rId35"/>
    <p:sldId id="343" r:id="rId36"/>
    <p:sldId id="358" r:id="rId37"/>
    <p:sldId id="361" r:id="rId38"/>
    <p:sldId id="338" r:id="rId39"/>
    <p:sldId id="262" r:id="rId40"/>
    <p:sldId id="359" r:id="rId41"/>
    <p:sldId id="341" r:id="rId42"/>
    <p:sldId id="352" r:id="rId43"/>
    <p:sldId id="275" r:id="rId44"/>
    <p:sldId id="280" r:id="rId45"/>
    <p:sldId id="345" r:id="rId46"/>
    <p:sldId id="362" r:id="rId47"/>
    <p:sldId id="364" r:id="rId48"/>
    <p:sldId id="290" r:id="rId49"/>
    <p:sldId id="256" r:id="rId50"/>
    <p:sldId id="365" r:id="rId51"/>
    <p:sldId id="271"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934"/>
    <p:restoredTop sz="80685"/>
  </p:normalViewPr>
  <p:slideViewPr>
    <p:cSldViewPr snapToGrid="0">
      <p:cViewPr varScale="1">
        <p:scale>
          <a:sx n="101" d="100"/>
          <a:sy n="101" d="100"/>
        </p:scale>
        <p:origin x="688" y="19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8BB837-5A07-8F4B-993A-E40D13EE2C67}" type="datetimeFigureOut">
              <a:rPr lang="en-US" smtClean="0"/>
              <a:t>6/1/26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84457F-CDB8-4041-AD6A-C07D48B91C14}" type="slidenum">
              <a:rPr lang="en-US" smtClean="0"/>
              <a:t>‹#›</a:t>
            </a:fld>
            <a:endParaRPr lang="en-US"/>
          </a:p>
        </p:txBody>
      </p:sp>
    </p:spTree>
    <p:extLst>
      <p:ext uri="{BB962C8B-B14F-4D97-AF65-F5344CB8AC3E}">
        <p14:creationId xmlns:p14="http://schemas.microsoft.com/office/powerpoint/2010/main" val="4290052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84457F-CDB8-4041-AD6A-C07D48B91C14}" type="slidenum">
              <a:rPr lang="en-US" smtClean="0"/>
              <a:t>1</a:t>
            </a:fld>
            <a:endParaRPr lang="en-US"/>
          </a:p>
        </p:txBody>
      </p:sp>
    </p:spTree>
    <p:extLst>
      <p:ext uri="{BB962C8B-B14F-4D97-AF65-F5344CB8AC3E}">
        <p14:creationId xmlns:p14="http://schemas.microsoft.com/office/powerpoint/2010/main" val="2106565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84457F-CDB8-4041-AD6A-C07D48B91C14}" type="slidenum">
              <a:rPr lang="en-US" smtClean="0"/>
              <a:t>2</a:t>
            </a:fld>
            <a:endParaRPr lang="en-US"/>
          </a:p>
        </p:txBody>
      </p:sp>
    </p:spTree>
    <p:extLst>
      <p:ext uri="{BB962C8B-B14F-4D97-AF65-F5344CB8AC3E}">
        <p14:creationId xmlns:p14="http://schemas.microsoft.com/office/powerpoint/2010/main" val="2830339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84457F-CDB8-4041-AD6A-C07D48B91C14}" type="slidenum">
              <a:rPr lang="en-US" smtClean="0"/>
              <a:t>3</a:t>
            </a:fld>
            <a:endParaRPr lang="en-US"/>
          </a:p>
        </p:txBody>
      </p:sp>
    </p:spTree>
    <p:extLst>
      <p:ext uri="{BB962C8B-B14F-4D97-AF65-F5344CB8AC3E}">
        <p14:creationId xmlns:p14="http://schemas.microsoft.com/office/powerpoint/2010/main" val="3850786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84457F-CDB8-4041-AD6A-C07D48B91C14}" type="slidenum">
              <a:rPr lang="en-US" smtClean="0"/>
              <a:t>4</a:t>
            </a:fld>
            <a:endParaRPr lang="en-US"/>
          </a:p>
        </p:txBody>
      </p:sp>
    </p:spTree>
    <p:extLst>
      <p:ext uri="{BB962C8B-B14F-4D97-AF65-F5344CB8AC3E}">
        <p14:creationId xmlns:p14="http://schemas.microsoft.com/office/powerpoint/2010/main" val="3372831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84457F-CDB8-4041-AD6A-C07D48B91C14}" type="slidenum">
              <a:rPr lang="en-US" smtClean="0"/>
              <a:t>5</a:t>
            </a:fld>
            <a:endParaRPr lang="en-US"/>
          </a:p>
        </p:txBody>
      </p:sp>
    </p:spTree>
    <p:extLst>
      <p:ext uri="{BB962C8B-B14F-4D97-AF65-F5344CB8AC3E}">
        <p14:creationId xmlns:p14="http://schemas.microsoft.com/office/powerpoint/2010/main" val="531038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GitHub is significant in software development as it enables efficient collaboration among developers globally. It enhances project transparency, tracks code changes effectively, and streamlines the software development process.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GitHub provides version control functionality, allowing developers to keep track of code changes, revert to previous versions if needed, and maintain a comprehensive history of project updates.</a:t>
            </a:r>
          </a:p>
          <a:p>
            <a:endParaRPr lang="en-US" dirty="0"/>
          </a:p>
        </p:txBody>
      </p:sp>
      <p:sp>
        <p:nvSpPr>
          <p:cNvPr id="4" name="Slide Number Placeholder 3"/>
          <p:cNvSpPr>
            <a:spLocks noGrp="1"/>
          </p:cNvSpPr>
          <p:nvPr>
            <p:ph type="sldNum" sz="quarter" idx="5"/>
          </p:nvPr>
        </p:nvSpPr>
        <p:spPr/>
        <p:txBody>
          <a:bodyPr/>
          <a:lstStyle/>
          <a:p>
            <a:fld id="{CD84457F-CDB8-4041-AD6A-C07D48B91C14}" type="slidenum">
              <a:rPr lang="en-US" smtClean="0"/>
              <a:t>6</a:t>
            </a:fld>
            <a:endParaRPr lang="en-US"/>
          </a:p>
        </p:txBody>
      </p:sp>
    </p:spTree>
    <p:extLst>
      <p:ext uri="{BB962C8B-B14F-4D97-AF65-F5344CB8AC3E}">
        <p14:creationId xmlns:p14="http://schemas.microsoft.com/office/powerpoint/2010/main" val="34308424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84457F-CDB8-4041-AD6A-C07D48B91C14}" type="slidenum">
              <a:rPr lang="en-US" smtClean="0"/>
              <a:t>7</a:t>
            </a:fld>
            <a:endParaRPr lang="en-US"/>
          </a:p>
        </p:txBody>
      </p:sp>
    </p:spTree>
    <p:extLst>
      <p:ext uri="{BB962C8B-B14F-4D97-AF65-F5344CB8AC3E}">
        <p14:creationId xmlns:p14="http://schemas.microsoft.com/office/powerpoint/2010/main" val="18983941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34F2A-9EE7-9F97-13B0-D7155313C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DEAC18-0083-81A6-D6D8-31AB18500B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37D2C5-A14A-9553-793E-722979A340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7C613A-7C28-C3A1-BA32-4BC77D0D5B7D}"/>
              </a:ext>
            </a:extLst>
          </p:cNvPr>
          <p:cNvSpPr>
            <a:spLocks noGrp="1"/>
          </p:cNvSpPr>
          <p:nvPr>
            <p:ph type="sldNum" sz="quarter" idx="5"/>
          </p:nvPr>
        </p:nvSpPr>
        <p:spPr/>
        <p:txBody>
          <a:bodyPr/>
          <a:lstStyle/>
          <a:p>
            <a:fld id="{CD84457F-CDB8-4041-AD6A-C07D48B91C14}" type="slidenum">
              <a:rPr lang="en-US" smtClean="0"/>
              <a:t>8</a:t>
            </a:fld>
            <a:endParaRPr lang="en-US"/>
          </a:p>
        </p:txBody>
      </p:sp>
    </p:spTree>
    <p:extLst>
      <p:ext uri="{BB962C8B-B14F-4D97-AF65-F5344CB8AC3E}">
        <p14:creationId xmlns:p14="http://schemas.microsoft.com/office/powerpoint/2010/main" val="36762451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 faster through this part in the Demo</a:t>
            </a:r>
          </a:p>
          <a:p>
            <a:endParaRPr lang="en-US" sz="1200" dirty="0"/>
          </a:p>
          <a:p>
            <a:r>
              <a:rPr lang="en-US" sz="1200" dirty="0"/>
              <a:t>On GitHub (you must be signed-in)</a:t>
            </a:r>
          </a:p>
          <a:p>
            <a:pPr marL="285750" indent="-285750">
              <a:buFont typeface="Arial" panose="020B0604020202020204" pitchFamily="34" charset="0"/>
              <a:buChar char="•"/>
            </a:pPr>
            <a:r>
              <a:rPr lang="en-US" sz="1200" dirty="0"/>
              <a:t>Click the plus + in the upper right corner and select New organization.</a:t>
            </a:r>
          </a:p>
          <a:p>
            <a:pPr marL="285750" indent="-285750">
              <a:buFont typeface="Arial" panose="020B0604020202020204" pitchFamily="34" charset="0"/>
              <a:buChar char="•"/>
            </a:pPr>
            <a:r>
              <a:rPr lang="en-US" sz="1200" dirty="0"/>
              <a:t>Set up your organization, name it what you like.</a:t>
            </a:r>
          </a:p>
          <a:p>
            <a:pPr marL="285750" indent="-285750">
              <a:buFont typeface="Arial" panose="020B0604020202020204" pitchFamily="34" charset="0"/>
              <a:buChar char="•"/>
            </a:pPr>
            <a:r>
              <a:rPr lang="en-US" sz="1200" dirty="0"/>
              <a:t>Use the email associated with your GitHub account as the billing address. (Since you chose the free plan you won't get billed.)</a:t>
            </a:r>
          </a:p>
          <a:p>
            <a:pPr marL="285750" indent="-285750">
              <a:buFont typeface="Arial" panose="020B0604020202020204" pitchFamily="34" charset="0"/>
              <a:buChar char="•"/>
            </a:pPr>
            <a:r>
              <a:rPr lang="en-US" sz="1200" dirty="0"/>
              <a:t>Select a free plan.</a:t>
            </a:r>
          </a:p>
          <a:p>
            <a:pPr marL="285750" indent="-285750">
              <a:buFont typeface="Arial" panose="020B0604020202020204" pitchFamily="34" charset="0"/>
              <a:buChar char="•"/>
            </a:pPr>
            <a:r>
              <a:rPr lang="en-US" sz="1200" dirty="0"/>
              <a:t>Finish the creation of the organization.</a:t>
            </a:r>
          </a:p>
          <a:p>
            <a:pPr marL="285750" indent="-285750">
              <a:buFont typeface="Arial" panose="020B0604020202020204" pitchFamily="34" charset="0"/>
              <a:buChar char="•"/>
            </a:pPr>
            <a:r>
              <a:rPr lang="en-US" sz="1200" dirty="0"/>
              <a:t>Invite each of your team members to be an organization member.</a:t>
            </a:r>
          </a:p>
          <a:p>
            <a:pPr marL="285750" indent="-285750">
              <a:buFont typeface="Arial" panose="020B0604020202020204" pitchFamily="34" charset="0"/>
              <a:buChar char="•"/>
            </a:pPr>
            <a:r>
              <a:rPr lang="en-US" sz="1200" dirty="0"/>
              <a:t>In your shared editor or chat, make a note of the URL of the organization's homepage.</a:t>
            </a:r>
          </a:p>
          <a:p>
            <a:pPr marL="285750" indent="-285750">
              <a:buFont typeface="Arial" panose="020B0604020202020204" pitchFamily="34" charset="0"/>
              <a:buChar char="•"/>
            </a:pPr>
            <a:r>
              <a:rPr lang="en-US" sz="1200" dirty="0"/>
              <a:t>Configure member privileges so that organization members can write to repositories. See Settings &gt;&gt; Member privileges &gt;&gt; Repository permissions .</a:t>
            </a:r>
          </a:p>
          <a:p>
            <a:endParaRPr lang="en-US" dirty="0"/>
          </a:p>
        </p:txBody>
      </p:sp>
      <p:sp>
        <p:nvSpPr>
          <p:cNvPr id="4" name="Slide Number Placeholder 3"/>
          <p:cNvSpPr>
            <a:spLocks noGrp="1"/>
          </p:cNvSpPr>
          <p:nvPr>
            <p:ph type="sldNum" sz="quarter" idx="5"/>
          </p:nvPr>
        </p:nvSpPr>
        <p:spPr/>
        <p:txBody>
          <a:bodyPr/>
          <a:lstStyle/>
          <a:p>
            <a:fld id="{CD84457F-CDB8-4041-AD6A-C07D48B91C14}" type="slidenum">
              <a:rPr lang="en-US" smtClean="0"/>
              <a:t>9</a:t>
            </a:fld>
            <a:endParaRPr lang="en-US"/>
          </a:p>
        </p:txBody>
      </p:sp>
    </p:spTree>
    <p:extLst>
      <p:ext uri="{BB962C8B-B14F-4D97-AF65-F5344CB8AC3E}">
        <p14:creationId xmlns:p14="http://schemas.microsoft.com/office/powerpoint/2010/main" val="1344029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2CCF5-0C73-09DF-F7D9-C8266B0EE0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F840BF-0293-E3BA-7572-6A2C6E2046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8BDAC6-E755-D674-E0C8-5B2884765A55}"/>
              </a:ext>
            </a:extLst>
          </p:cNvPr>
          <p:cNvSpPr>
            <a:spLocks noGrp="1"/>
          </p:cNvSpPr>
          <p:nvPr>
            <p:ph type="body" idx="1"/>
          </p:nvPr>
        </p:nvSpPr>
        <p:spPr/>
        <p:txBody>
          <a:bodyPr/>
          <a:lstStyle/>
          <a:p>
            <a:pPr marL="285750" indent="-285750">
              <a:buFont typeface="Arial" panose="020B0604020202020204" pitchFamily="34" charset="0"/>
              <a:buChar char="•"/>
            </a:pPr>
            <a:r>
              <a:rPr lang="en-US" dirty="0"/>
              <a:t>Click the Repository tab to view the repositories of the organization.</a:t>
            </a:r>
          </a:p>
          <a:p>
            <a:pPr marL="285750" indent="-285750">
              <a:buFont typeface="Arial" panose="020B0604020202020204" pitchFamily="34" charset="0"/>
              <a:buChar char="•"/>
            </a:pPr>
            <a:r>
              <a:rPr lang="en-US" dirty="0"/>
              <a:t>Click the big green Create a new repository button. (If you already have a repository in this organization, click the green New button.)</a:t>
            </a:r>
          </a:p>
          <a:p>
            <a:pPr marL="285750" indent="-285750">
              <a:buFont typeface="Arial" panose="020B0604020202020204" pitchFamily="34" charset="0"/>
              <a:buChar char="•"/>
            </a:pPr>
            <a:r>
              <a:rPr lang="en-US" dirty="0"/>
              <a:t>Name the repository our-food.</a:t>
            </a:r>
          </a:p>
          <a:p>
            <a:pPr marL="285750" indent="-285750">
              <a:buFont typeface="Arial" panose="020B0604020202020204" pitchFamily="34" charset="0"/>
              <a:buChar char="•"/>
            </a:pPr>
            <a:r>
              <a:rPr lang="en-US" dirty="0"/>
              <a:t>Optionally add a description.</a:t>
            </a:r>
          </a:p>
          <a:p>
            <a:pPr marL="285750" indent="-285750">
              <a:buFont typeface="Arial" panose="020B0604020202020204" pitchFamily="34" charset="0"/>
              <a:buChar char="•"/>
            </a:pPr>
            <a:r>
              <a:rPr lang="en-US" dirty="0"/>
              <a:t>Make it public.</a:t>
            </a:r>
          </a:p>
          <a:p>
            <a:pPr marL="285750" indent="-285750">
              <a:buFont typeface="Arial" panose="020B0604020202020204" pitchFamily="34" charset="0"/>
              <a:buChar char="•"/>
            </a:pPr>
            <a:r>
              <a:rPr lang="en-US" dirty="0"/>
              <a:t>Initialize it with a README </a:t>
            </a:r>
          </a:p>
          <a:p>
            <a:pPr marL="285750" indent="-285750">
              <a:buFont typeface="Arial" panose="020B0604020202020204" pitchFamily="34" charset="0"/>
              <a:buChar char="•"/>
            </a:pPr>
            <a:r>
              <a:rPr lang="en-US" dirty="0"/>
              <a:t>Add an open-source license (unless you have a strong opinion, for now choose GNU Public License v3.0).</a:t>
            </a:r>
          </a:p>
          <a:p>
            <a:pPr marL="285750" indent="-285750">
              <a:buFont typeface="Arial" panose="020B0604020202020204" pitchFamily="34" charset="0"/>
              <a:buChar char="•"/>
            </a:pPr>
            <a:r>
              <a:rPr lang="en-US" dirty="0"/>
              <a:t>Click the big green Create repository button</a:t>
            </a:r>
          </a:p>
          <a:p>
            <a:pPr marL="285750" indent="-285750">
              <a:buFont typeface="Arial" panose="020B0604020202020204" pitchFamily="34" charset="0"/>
              <a:buChar char="•"/>
            </a:pPr>
            <a:r>
              <a:rPr lang="en-US" dirty="0"/>
              <a:t>Update the README content.</a:t>
            </a:r>
          </a:p>
          <a:p>
            <a:pPr marL="285750" indent="-285750">
              <a:buFont typeface="Arial" panose="020B0604020202020204" pitchFamily="34" charset="0"/>
              <a:buChar char="•"/>
            </a:pPr>
            <a:r>
              <a:rPr lang="en-US" dirty="0"/>
              <a:t>In your shared editor, make a note of the URL of the repository's homepage.</a:t>
            </a:r>
          </a:p>
        </p:txBody>
      </p:sp>
      <p:sp>
        <p:nvSpPr>
          <p:cNvPr id="4" name="Slide Number Placeholder 3">
            <a:extLst>
              <a:ext uri="{FF2B5EF4-FFF2-40B4-BE49-F238E27FC236}">
                <a16:creationId xmlns:a16="http://schemas.microsoft.com/office/drawing/2014/main" id="{861874D6-E6E1-A06B-5E04-A3360F6D2E93}"/>
              </a:ext>
            </a:extLst>
          </p:cNvPr>
          <p:cNvSpPr>
            <a:spLocks noGrp="1"/>
          </p:cNvSpPr>
          <p:nvPr>
            <p:ph type="sldNum" sz="quarter" idx="5"/>
          </p:nvPr>
        </p:nvSpPr>
        <p:spPr/>
        <p:txBody>
          <a:bodyPr/>
          <a:lstStyle/>
          <a:p>
            <a:fld id="{CD84457F-CDB8-4041-AD6A-C07D48B91C14}" type="slidenum">
              <a:rPr lang="en-US" smtClean="0"/>
              <a:t>10</a:t>
            </a:fld>
            <a:endParaRPr lang="en-US"/>
          </a:p>
        </p:txBody>
      </p:sp>
    </p:spTree>
    <p:extLst>
      <p:ext uri="{BB962C8B-B14F-4D97-AF65-F5344CB8AC3E}">
        <p14:creationId xmlns:p14="http://schemas.microsoft.com/office/powerpoint/2010/main" val="21694050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F0F6FC"/>
                </a:solidFill>
                <a:effectLst/>
                <a:latin typeface="-apple-system"/>
              </a:rPr>
              <a:t>Finding or creating and issue and then claiming it helps prevent developers from working on the same thing at the same time. Also issue provide a place for the community to propose and ideas, prioritize issues, size issues, clarify requirements, and verify bugs. </a:t>
            </a:r>
          </a:p>
          <a:p>
            <a:endParaRPr lang="en-US" dirty="0"/>
          </a:p>
          <a:p>
            <a:r>
              <a:rPr lang="en-US" dirty="0"/>
              <a:t>Add people to your repository</a:t>
            </a:r>
          </a:p>
          <a:p>
            <a:r>
              <a:rPr lang="en-US" dirty="0"/>
              <a:t>Protect the main branch</a:t>
            </a:r>
          </a:p>
        </p:txBody>
      </p:sp>
      <p:sp>
        <p:nvSpPr>
          <p:cNvPr id="4" name="Slide Number Placeholder 3"/>
          <p:cNvSpPr>
            <a:spLocks noGrp="1"/>
          </p:cNvSpPr>
          <p:nvPr>
            <p:ph type="sldNum" sz="quarter" idx="5"/>
          </p:nvPr>
        </p:nvSpPr>
        <p:spPr/>
        <p:txBody>
          <a:bodyPr/>
          <a:lstStyle/>
          <a:p>
            <a:fld id="{CD84457F-CDB8-4041-AD6A-C07D48B91C14}" type="slidenum">
              <a:rPr lang="en-US" smtClean="0"/>
              <a:t>11</a:t>
            </a:fld>
            <a:endParaRPr lang="en-US"/>
          </a:p>
        </p:txBody>
      </p:sp>
    </p:spTree>
    <p:extLst>
      <p:ext uri="{BB962C8B-B14F-4D97-AF65-F5344CB8AC3E}">
        <p14:creationId xmlns:p14="http://schemas.microsoft.com/office/powerpoint/2010/main" val="20024103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01DD0-0C13-BC37-E7DB-FA858ABCD8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7EC4D7-14EE-73CB-1817-C473F5BBB7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B410F4-F9C7-508D-78C1-6434CA05D79B}"/>
              </a:ext>
            </a:extLst>
          </p:cNvPr>
          <p:cNvSpPr>
            <a:spLocks noGrp="1"/>
          </p:cNvSpPr>
          <p:nvPr>
            <p:ph type="body" idx="1"/>
          </p:nvPr>
        </p:nvSpPr>
        <p:spPr/>
        <p:txBody>
          <a:bodyPr/>
          <a:lstStyle/>
          <a:p>
            <a:pPr algn="l"/>
            <a:r>
              <a:rPr lang="en-US" b="0" i="0" dirty="0">
                <a:solidFill>
                  <a:srgbClr val="F0F6FC"/>
                </a:solidFill>
                <a:effectLst/>
                <a:latin typeface="-apple-system"/>
              </a:rPr>
              <a:t>So although this step may feel artificial during the activity, it's important to get in the habit of interacting with the community through the issue tracker before doing a significant amount of work.</a:t>
            </a:r>
          </a:p>
          <a:p>
            <a:endParaRPr lang="en-US" dirty="0"/>
          </a:p>
          <a:p>
            <a:r>
              <a:rPr lang="en-US" dirty="0"/>
              <a:t>Create a new issue for every collaborator</a:t>
            </a:r>
          </a:p>
        </p:txBody>
      </p:sp>
      <p:sp>
        <p:nvSpPr>
          <p:cNvPr id="4" name="Slide Number Placeholder 3">
            <a:extLst>
              <a:ext uri="{FF2B5EF4-FFF2-40B4-BE49-F238E27FC236}">
                <a16:creationId xmlns:a16="http://schemas.microsoft.com/office/drawing/2014/main" id="{36A54DC2-B2D8-8393-D378-54B6D5AA87FF}"/>
              </a:ext>
            </a:extLst>
          </p:cNvPr>
          <p:cNvSpPr>
            <a:spLocks noGrp="1"/>
          </p:cNvSpPr>
          <p:nvPr>
            <p:ph type="sldNum" sz="quarter" idx="5"/>
          </p:nvPr>
        </p:nvSpPr>
        <p:spPr/>
        <p:txBody>
          <a:bodyPr/>
          <a:lstStyle/>
          <a:p>
            <a:fld id="{CD84457F-CDB8-4041-AD6A-C07D48B91C14}" type="slidenum">
              <a:rPr lang="en-US" smtClean="0"/>
              <a:t>12</a:t>
            </a:fld>
            <a:endParaRPr lang="en-US"/>
          </a:p>
        </p:txBody>
      </p:sp>
    </p:spTree>
    <p:extLst>
      <p:ext uri="{BB962C8B-B14F-4D97-AF65-F5344CB8AC3E}">
        <p14:creationId xmlns:p14="http://schemas.microsoft.com/office/powerpoint/2010/main" val="9230809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D3C89-570B-B0D9-D93B-AA18F3446F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822E9D-C4CC-C219-37B4-4BFE5EC625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42E808-5C93-D1FB-D7F7-2BDEB7A66A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9AD436-293D-33FD-0187-DFE16A3224AB}"/>
              </a:ext>
            </a:extLst>
          </p:cNvPr>
          <p:cNvSpPr>
            <a:spLocks noGrp="1"/>
          </p:cNvSpPr>
          <p:nvPr>
            <p:ph type="sldNum" sz="quarter" idx="5"/>
          </p:nvPr>
        </p:nvSpPr>
        <p:spPr/>
        <p:txBody>
          <a:bodyPr/>
          <a:lstStyle/>
          <a:p>
            <a:fld id="{CD84457F-CDB8-4041-AD6A-C07D48B91C14}" type="slidenum">
              <a:rPr lang="en-US" smtClean="0"/>
              <a:t>13</a:t>
            </a:fld>
            <a:endParaRPr lang="en-US"/>
          </a:p>
        </p:txBody>
      </p:sp>
    </p:spTree>
    <p:extLst>
      <p:ext uri="{BB962C8B-B14F-4D97-AF65-F5344CB8AC3E}">
        <p14:creationId xmlns:p14="http://schemas.microsoft.com/office/powerpoint/2010/main" val="41782133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Modify the image</a:t>
            </a:r>
          </a:p>
        </p:txBody>
      </p:sp>
      <p:sp>
        <p:nvSpPr>
          <p:cNvPr id="4" name="Slide Number Placeholder 3"/>
          <p:cNvSpPr>
            <a:spLocks noGrp="1"/>
          </p:cNvSpPr>
          <p:nvPr>
            <p:ph type="sldNum" sz="quarter" idx="5"/>
          </p:nvPr>
        </p:nvSpPr>
        <p:spPr/>
        <p:txBody>
          <a:bodyPr/>
          <a:lstStyle/>
          <a:p>
            <a:fld id="{CD84457F-CDB8-4041-AD6A-C07D48B91C14}" type="slidenum">
              <a:rPr lang="en-US" smtClean="0"/>
              <a:t>14</a:t>
            </a:fld>
            <a:endParaRPr lang="en-US"/>
          </a:p>
        </p:txBody>
      </p:sp>
    </p:spTree>
    <p:extLst>
      <p:ext uri="{BB962C8B-B14F-4D97-AF65-F5344CB8AC3E}">
        <p14:creationId xmlns:p14="http://schemas.microsoft.com/office/powerpoint/2010/main" val="3060538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84457F-CDB8-4041-AD6A-C07D48B91C14}" type="slidenum">
              <a:rPr lang="en-US" smtClean="0"/>
              <a:t>15</a:t>
            </a:fld>
            <a:endParaRPr lang="en-US"/>
          </a:p>
        </p:txBody>
      </p:sp>
    </p:spTree>
    <p:extLst>
      <p:ext uri="{BB962C8B-B14F-4D97-AF65-F5344CB8AC3E}">
        <p14:creationId xmlns:p14="http://schemas.microsoft.com/office/powerpoint/2010/main" val="41617651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idea of a hierarchy and permissions</a:t>
            </a:r>
          </a:p>
          <a:p>
            <a:r>
              <a:rPr lang="en-US" dirty="0"/>
              <a:t>Also fork and save projects in your personal repo</a:t>
            </a:r>
          </a:p>
        </p:txBody>
      </p:sp>
      <p:sp>
        <p:nvSpPr>
          <p:cNvPr id="4" name="Slide Number Placeholder 3"/>
          <p:cNvSpPr>
            <a:spLocks noGrp="1"/>
          </p:cNvSpPr>
          <p:nvPr>
            <p:ph type="sldNum" sz="quarter" idx="5"/>
          </p:nvPr>
        </p:nvSpPr>
        <p:spPr/>
        <p:txBody>
          <a:bodyPr/>
          <a:lstStyle/>
          <a:p>
            <a:fld id="{CD84457F-CDB8-4041-AD6A-C07D48B91C14}" type="slidenum">
              <a:rPr lang="en-US" smtClean="0"/>
              <a:t>20</a:t>
            </a:fld>
            <a:endParaRPr lang="en-US"/>
          </a:p>
        </p:txBody>
      </p:sp>
    </p:spTree>
    <p:extLst>
      <p:ext uri="{BB962C8B-B14F-4D97-AF65-F5344CB8AC3E}">
        <p14:creationId xmlns:p14="http://schemas.microsoft.com/office/powerpoint/2010/main" val="35138735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0B160-DCD2-2035-3202-21CE9E4675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4970EC-79A6-2CFC-F870-AE483D609C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DF9B31-5640-3E1B-C974-DAE2413FCD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5EEBF9-2754-F811-7046-F43AAA89BDB3}"/>
              </a:ext>
            </a:extLst>
          </p:cNvPr>
          <p:cNvSpPr>
            <a:spLocks noGrp="1"/>
          </p:cNvSpPr>
          <p:nvPr>
            <p:ph type="sldNum" sz="quarter" idx="5"/>
          </p:nvPr>
        </p:nvSpPr>
        <p:spPr/>
        <p:txBody>
          <a:bodyPr/>
          <a:lstStyle/>
          <a:p>
            <a:fld id="{CD84457F-CDB8-4041-AD6A-C07D48B91C14}" type="slidenum">
              <a:rPr lang="en-US" smtClean="0"/>
              <a:t>21</a:t>
            </a:fld>
            <a:endParaRPr lang="en-US"/>
          </a:p>
        </p:txBody>
      </p:sp>
    </p:spTree>
    <p:extLst>
      <p:ext uri="{BB962C8B-B14F-4D97-AF65-F5344CB8AC3E}">
        <p14:creationId xmlns:p14="http://schemas.microsoft.com/office/powerpoint/2010/main" val="7953959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84457F-CDB8-4041-AD6A-C07D48B91C14}" type="slidenum">
              <a:rPr lang="en-US" smtClean="0"/>
              <a:t>22</a:t>
            </a:fld>
            <a:endParaRPr lang="en-US"/>
          </a:p>
        </p:txBody>
      </p:sp>
    </p:spTree>
    <p:extLst>
      <p:ext uri="{BB962C8B-B14F-4D97-AF65-F5344CB8AC3E}">
        <p14:creationId xmlns:p14="http://schemas.microsoft.com/office/powerpoint/2010/main" val="746746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F0F6FC"/>
                </a:solidFill>
                <a:effectLst/>
                <a:latin typeface="-apple-system"/>
              </a:rPr>
              <a:t>Instructions</a:t>
            </a:r>
            <a:endParaRPr lang="en-US" b="0" i="0" dirty="0">
              <a:solidFill>
                <a:srgbClr val="F0F6FC"/>
              </a:solidFill>
              <a:effectLst/>
              <a:latin typeface="-apple-system"/>
            </a:endParaRPr>
          </a:p>
          <a:p>
            <a:pPr algn="l">
              <a:buFont typeface="+mj-lt"/>
              <a:buAutoNum type="arabicPeriod"/>
            </a:pPr>
            <a:r>
              <a:rPr lang="en-US" b="0" i="0" dirty="0">
                <a:solidFill>
                  <a:srgbClr val="F0F6FC"/>
                </a:solidFill>
                <a:effectLst/>
                <a:latin typeface="-apple-system"/>
              </a:rPr>
              <a:t>In the browser, click the green </a:t>
            </a:r>
            <a:r>
              <a:rPr lang="en-US" b="1" i="0" dirty="0">
                <a:solidFill>
                  <a:srgbClr val="F0F6FC"/>
                </a:solidFill>
                <a:effectLst/>
                <a:latin typeface="-apple-system"/>
              </a:rPr>
              <a:t>Clone or Download</a:t>
            </a:r>
            <a:r>
              <a:rPr lang="en-US" b="0" i="0" dirty="0">
                <a:solidFill>
                  <a:srgbClr val="F0F6FC"/>
                </a:solidFill>
                <a:effectLst/>
                <a:latin typeface="-apple-system"/>
              </a:rPr>
              <a:t> button.</a:t>
            </a:r>
          </a:p>
          <a:p>
            <a:pPr algn="l">
              <a:buFont typeface="+mj-lt"/>
              <a:buAutoNum type="arabicPeriod"/>
            </a:pPr>
            <a:r>
              <a:rPr lang="en-US" b="0" i="0" dirty="0">
                <a:solidFill>
                  <a:srgbClr val="F0F6FC"/>
                </a:solidFill>
                <a:effectLst/>
                <a:latin typeface="-apple-system"/>
              </a:rPr>
              <a:t>If "HTTPS" is not selected, click </a:t>
            </a:r>
            <a:r>
              <a:rPr lang="en-US" b="1" i="0" dirty="0">
                <a:solidFill>
                  <a:srgbClr val="F0F6FC"/>
                </a:solidFill>
                <a:effectLst/>
                <a:latin typeface="-apple-system"/>
              </a:rPr>
              <a:t>Use HTTPS</a:t>
            </a:r>
            <a:r>
              <a:rPr lang="en-US" b="0" i="0" dirty="0">
                <a:solidFill>
                  <a:srgbClr val="F0F6FC"/>
                </a:solidFill>
                <a:effectLst/>
                <a:latin typeface="-apple-system"/>
              </a:rPr>
              <a:t>.</a:t>
            </a:r>
          </a:p>
          <a:p>
            <a:pPr algn="l">
              <a:buFont typeface="+mj-lt"/>
              <a:buAutoNum type="arabicPeriod"/>
            </a:pPr>
            <a:r>
              <a:rPr lang="en-US" b="0" i="0" dirty="0">
                <a:solidFill>
                  <a:srgbClr val="F0F6FC"/>
                </a:solidFill>
                <a:effectLst/>
                <a:latin typeface="-apple-system"/>
              </a:rPr>
              <a:t>Click the clipboard to copy the URL in the box to your clipboard.</a:t>
            </a:r>
          </a:p>
          <a:p>
            <a:pPr algn="l">
              <a:buFont typeface="+mj-lt"/>
              <a:buAutoNum type="arabicPeriod"/>
            </a:pPr>
            <a:r>
              <a:rPr lang="en-US" b="0" i="0" dirty="0">
                <a:solidFill>
                  <a:srgbClr val="F0F6FC"/>
                </a:solidFill>
                <a:effectLst/>
                <a:latin typeface="-apple-system"/>
              </a:rPr>
              <a:t>Tell them if this should be copied from their fork</a:t>
            </a:r>
          </a:p>
          <a:p>
            <a:endParaRPr lang="en-US" dirty="0"/>
          </a:p>
        </p:txBody>
      </p:sp>
      <p:sp>
        <p:nvSpPr>
          <p:cNvPr id="4" name="Slide Number Placeholder 3"/>
          <p:cNvSpPr>
            <a:spLocks noGrp="1"/>
          </p:cNvSpPr>
          <p:nvPr>
            <p:ph type="sldNum" sz="quarter" idx="5"/>
          </p:nvPr>
        </p:nvSpPr>
        <p:spPr/>
        <p:txBody>
          <a:bodyPr/>
          <a:lstStyle/>
          <a:p>
            <a:fld id="{CD84457F-CDB8-4041-AD6A-C07D48B91C14}" type="slidenum">
              <a:rPr lang="en-US" smtClean="0"/>
              <a:t>23</a:t>
            </a:fld>
            <a:endParaRPr lang="en-US"/>
          </a:p>
        </p:txBody>
      </p:sp>
    </p:spTree>
    <p:extLst>
      <p:ext uri="{BB962C8B-B14F-4D97-AF65-F5344CB8AC3E}">
        <p14:creationId xmlns:p14="http://schemas.microsoft.com/office/powerpoint/2010/main" val="23685916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F0F6FC"/>
              </a:solidFill>
              <a:effectLst/>
              <a:latin typeface="-apple-system"/>
            </a:endParaRPr>
          </a:p>
          <a:p>
            <a:endParaRPr lang="en-US" dirty="0"/>
          </a:p>
        </p:txBody>
      </p:sp>
      <p:sp>
        <p:nvSpPr>
          <p:cNvPr id="4" name="Slide Number Placeholder 3"/>
          <p:cNvSpPr>
            <a:spLocks noGrp="1"/>
          </p:cNvSpPr>
          <p:nvPr>
            <p:ph type="sldNum" sz="quarter" idx="5"/>
          </p:nvPr>
        </p:nvSpPr>
        <p:spPr/>
        <p:txBody>
          <a:bodyPr/>
          <a:lstStyle/>
          <a:p>
            <a:fld id="{CD84457F-CDB8-4041-AD6A-C07D48B91C14}" type="slidenum">
              <a:rPr lang="en-US" smtClean="0"/>
              <a:t>24</a:t>
            </a:fld>
            <a:endParaRPr lang="en-US"/>
          </a:p>
        </p:txBody>
      </p:sp>
    </p:spTree>
    <p:extLst>
      <p:ext uri="{BB962C8B-B14F-4D97-AF65-F5344CB8AC3E}">
        <p14:creationId xmlns:p14="http://schemas.microsoft.com/office/powerpoint/2010/main" val="31311606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18465-D2DB-1CB1-AA14-1121896402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0D5F4D-54C0-0FA2-559F-4197BFA611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3A2651-B3E3-8A36-94AA-4AE1F2282F2D}"/>
              </a:ext>
            </a:extLst>
          </p:cNvPr>
          <p:cNvSpPr>
            <a:spLocks noGrp="1"/>
          </p:cNvSpPr>
          <p:nvPr>
            <p:ph type="body" idx="1"/>
          </p:nvPr>
        </p:nvSpPr>
        <p:spPr/>
        <p:txBody>
          <a:bodyPr/>
          <a:lstStyle/>
          <a:p>
            <a:pPr algn="l"/>
            <a:endParaRPr lang="en-US" b="0" i="0" dirty="0">
              <a:solidFill>
                <a:srgbClr val="F0F6FC"/>
              </a:solidFill>
              <a:effectLst/>
              <a:latin typeface="-apple-system"/>
            </a:endParaRPr>
          </a:p>
          <a:p>
            <a:endParaRPr lang="en-US" dirty="0"/>
          </a:p>
        </p:txBody>
      </p:sp>
      <p:sp>
        <p:nvSpPr>
          <p:cNvPr id="4" name="Slide Number Placeholder 3">
            <a:extLst>
              <a:ext uri="{FF2B5EF4-FFF2-40B4-BE49-F238E27FC236}">
                <a16:creationId xmlns:a16="http://schemas.microsoft.com/office/drawing/2014/main" id="{CDD5A657-6C57-3DA3-60DA-A7B8DD05B2F9}"/>
              </a:ext>
            </a:extLst>
          </p:cNvPr>
          <p:cNvSpPr>
            <a:spLocks noGrp="1"/>
          </p:cNvSpPr>
          <p:nvPr>
            <p:ph type="sldNum" sz="quarter" idx="5"/>
          </p:nvPr>
        </p:nvSpPr>
        <p:spPr/>
        <p:txBody>
          <a:bodyPr/>
          <a:lstStyle/>
          <a:p>
            <a:fld id="{CD84457F-CDB8-4041-AD6A-C07D48B91C14}" type="slidenum">
              <a:rPr lang="en-US" smtClean="0"/>
              <a:t>25</a:t>
            </a:fld>
            <a:endParaRPr lang="en-US"/>
          </a:p>
        </p:txBody>
      </p:sp>
    </p:spTree>
    <p:extLst>
      <p:ext uri="{BB962C8B-B14F-4D97-AF65-F5344CB8AC3E}">
        <p14:creationId xmlns:p14="http://schemas.microsoft.com/office/powerpoint/2010/main" val="37908002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E6DE1-9B76-96DD-EF50-668F6B1764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D0475C-AE3F-DDE7-2274-EB059BBDFA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5A816D-F334-C6E0-B562-D56A7535F619}"/>
              </a:ext>
            </a:extLst>
          </p:cNvPr>
          <p:cNvSpPr>
            <a:spLocks noGrp="1"/>
          </p:cNvSpPr>
          <p:nvPr>
            <p:ph type="body" idx="1"/>
          </p:nvPr>
        </p:nvSpPr>
        <p:spPr/>
        <p:txBody>
          <a:bodyPr/>
          <a:lstStyle/>
          <a:p>
            <a:pPr algn="l"/>
            <a:endParaRPr lang="en-US" b="0" i="0" dirty="0">
              <a:solidFill>
                <a:srgbClr val="F0F6FC"/>
              </a:solidFill>
              <a:effectLst/>
              <a:latin typeface="-apple-system"/>
            </a:endParaRPr>
          </a:p>
          <a:p>
            <a:endParaRPr lang="en-US" dirty="0"/>
          </a:p>
        </p:txBody>
      </p:sp>
      <p:sp>
        <p:nvSpPr>
          <p:cNvPr id="4" name="Slide Number Placeholder 3">
            <a:extLst>
              <a:ext uri="{FF2B5EF4-FFF2-40B4-BE49-F238E27FC236}">
                <a16:creationId xmlns:a16="http://schemas.microsoft.com/office/drawing/2014/main" id="{FDD2EF30-4CA4-7319-081E-1A5C25705EAA}"/>
              </a:ext>
            </a:extLst>
          </p:cNvPr>
          <p:cNvSpPr>
            <a:spLocks noGrp="1"/>
          </p:cNvSpPr>
          <p:nvPr>
            <p:ph type="sldNum" sz="quarter" idx="5"/>
          </p:nvPr>
        </p:nvSpPr>
        <p:spPr/>
        <p:txBody>
          <a:bodyPr/>
          <a:lstStyle/>
          <a:p>
            <a:fld id="{CD84457F-CDB8-4041-AD6A-C07D48B91C14}" type="slidenum">
              <a:rPr lang="en-US" smtClean="0"/>
              <a:t>26</a:t>
            </a:fld>
            <a:endParaRPr lang="en-US"/>
          </a:p>
        </p:txBody>
      </p:sp>
    </p:spTree>
    <p:extLst>
      <p:ext uri="{BB962C8B-B14F-4D97-AF65-F5344CB8AC3E}">
        <p14:creationId xmlns:p14="http://schemas.microsoft.com/office/powerpoint/2010/main" val="35818489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F0F6FC"/>
                </a:solidFill>
                <a:effectLst/>
                <a:latin typeface="-apple-system"/>
              </a:rPr>
              <a:t>Verify the files are being copied on you local computer</a:t>
            </a:r>
          </a:p>
          <a:p>
            <a:pPr algn="l"/>
            <a:endParaRPr lang="en-US" b="1" i="0" dirty="0">
              <a:solidFill>
                <a:srgbClr val="F0F6FC"/>
              </a:solidFill>
              <a:effectLst/>
              <a:latin typeface="-apple-system"/>
            </a:endParaRPr>
          </a:p>
          <a:p>
            <a:pPr algn="l"/>
            <a:r>
              <a:rPr lang="en-US" b="1" i="0" dirty="0">
                <a:solidFill>
                  <a:srgbClr val="F0F6FC"/>
                </a:solidFill>
                <a:effectLst/>
                <a:latin typeface="-apple-system"/>
              </a:rPr>
              <a:t>Add an upstream remote</a:t>
            </a:r>
          </a:p>
          <a:p>
            <a:pPr algn="l"/>
            <a:r>
              <a:rPr lang="en-US" b="1" i="0" dirty="0">
                <a:solidFill>
                  <a:srgbClr val="F0F6FC"/>
                </a:solidFill>
                <a:effectLst/>
                <a:latin typeface="-apple-system"/>
              </a:rPr>
              <a:t>Assumptions</a:t>
            </a:r>
            <a:endParaRPr lang="en-US" b="0" i="0" dirty="0">
              <a:solidFill>
                <a:srgbClr val="F0F6FC"/>
              </a:solidFill>
              <a:effectLst/>
              <a:latin typeface="-apple-system"/>
            </a:endParaRPr>
          </a:p>
          <a:p>
            <a:pPr algn="l">
              <a:buFont typeface="Arial" panose="020B0604020202020204" pitchFamily="34" charset="0"/>
              <a:buChar char="•"/>
            </a:pPr>
            <a:r>
              <a:rPr lang="en-US" b="0" i="0" dirty="0">
                <a:solidFill>
                  <a:srgbClr val="F0F6FC"/>
                </a:solidFill>
                <a:effectLst/>
                <a:latin typeface="-apple-system"/>
              </a:rPr>
              <a:t>You are viewing your fork of the team's repository on GitHub.</a:t>
            </a:r>
          </a:p>
          <a:p>
            <a:pPr algn="l">
              <a:buFont typeface="Arial" panose="020B0604020202020204" pitchFamily="34" charset="0"/>
              <a:buChar char="•"/>
            </a:pPr>
            <a:r>
              <a:rPr lang="en-US" b="0" i="0" dirty="0">
                <a:solidFill>
                  <a:srgbClr val="F0F6FC"/>
                </a:solidFill>
                <a:effectLst/>
                <a:latin typeface="-apple-system"/>
              </a:rPr>
              <a:t>You have cloned your fork locally.</a:t>
            </a:r>
          </a:p>
          <a:p>
            <a:pPr algn="l">
              <a:buFont typeface="Arial" panose="020B0604020202020204" pitchFamily="34" charset="0"/>
              <a:buChar char="•"/>
            </a:pPr>
            <a:r>
              <a:rPr lang="en-US" b="0" i="0" dirty="0">
                <a:solidFill>
                  <a:srgbClr val="F0F6FC"/>
                </a:solidFill>
                <a:effectLst/>
                <a:latin typeface="-apple-system"/>
              </a:rPr>
              <a:t>You have a terminal opened and positioned in the root of your local clone.</a:t>
            </a:r>
          </a:p>
          <a:p>
            <a:pPr algn="l"/>
            <a:endParaRPr lang="en-US" b="0" i="0" dirty="0">
              <a:solidFill>
                <a:srgbClr val="F0F6FC"/>
              </a:solidFill>
              <a:effectLst/>
              <a:latin typeface="-apple-system"/>
            </a:endParaRPr>
          </a:p>
          <a:p>
            <a:endParaRPr lang="en-US" dirty="0"/>
          </a:p>
        </p:txBody>
      </p:sp>
      <p:sp>
        <p:nvSpPr>
          <p:cNvPr id="4" name="Slide Number Placeholder 3"/>
          <p:cNvSpPr>
            <a:spLocks noGrp="1"/>
          </p:cNvSpPr>
          <p:nvPr>
            <p:ph type="sldNum" sz="quarter" idx="5"/>
          </p:nvPr>
        </p:nvSpPr>
        <p:spPr/>
        <p:txBody>
          <a:bodyPr/>
          <a:lstStyle/>
          <a:p>
            <a:fld id="{CD84457F-CDB8-4041-AD6A-C07D48B91C14}" type="slidenum">
              <a:rPr lang="en-US" smtClean="0"/>
              <a:t>27</a:t>
            </a:fld>
            <a:endParaRPr lang="en-US"/>
          </a:p>
        </p:txBody>
      </p:sp>
    </p:spTree>
    <p:extLst>
      <p:ext uri="{BB962C8B-B14F-4D97-AF65-F5344CB8AC3E}">
        <p14:creationId xmlns:p14="http://schemas.microsoft.com/office/powerpoint/2010/main" val="11108686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F0F6FC"/>
                </a:solidFill>
                <a:effectLst/>
                <a:latin typeface="-apple-system"/>
              </a:rPr>
              <a:t>A branch as a personal copy of the project within a repository. You will create a </a:t>
            </a:r>
            <a:r>
              <a:rPr lang="en-US" b="1" i="0" dirty="0">
                <a:solidFill>
                  <a:srgbClr val="F0F6FC"/>
                </a:solidFill>
                <a:effectLst/>
                <a:latin typeface="-apple-system"/>
              </a:rPr>
              <a:t>branch for every issue you work on</a:t>
            </a:r>
            <a:r>
              <a:rPr lang="en-US" b="0" i="0" dirty="0">
                <a:solidFill>
                  <a:srgbClr val="F0F6FC"/>
                </a:solidFill>
                <a:effectLst/>
                <a:latin typeface="-apple-system"/>
              </a:rPr>
              <a:t>. This will allow you to work on more than one feature at same time, allowing you to quickly switch between them, while keep their changes separate until you are ready to merge them. </a:t>
            </a:r>
          </a:p>
          <a:p>
            <a:r>
              <a:rPr lang="en-US" b="0" i="0" dirty="0">
                <a:solidFill>
                  <a:srgbClr val="F0F6FC"/>
                </a:solidFill>
                <a:effectLst/>
                <a:latin typeface="-apple-system"/>
              </a:rPr>
              <a:t>This applies to the master branch as well. The master branch contains the official, current copy of the project. Using feature branches allows master to evolve while you work on your features without interfering with your development; and then, when you are ready, you can update your efforts with changes from master. </a:t>
            </a:r>
          </a:p>
          <a:p>
            <a:r>
              <a:rPr lang="en-US" b="0" i="0" dirty="0">
                <a:solidFill>
                  <a:srgbClr val="F0F6FC"/>
                </a:solidFill>
                <a:effectLst/>
                <a:latin typeface="-apple-system"/>
              </a:rPr>
              <a:t>Again, in this activity you might feel branches are artificial and useless. However, when you are working on more significant issues and with more developers branches become invaluable. So we want to practice the full workflow with these more simplistic tasks so that we know what we are doing when things get more complicated.</a:t>
            </a:r>
          </a:p>
          <a:p>
            <a:endParaRPr lang="en-US" b="0" i="0" dirty="0">
              <a:solidFill>
                <a:srgbClr val="F0F6FC"/>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Create DEVELOPMENT branch</a:t>
            </a:r>
          </a:p>
          <a:p>
            <a:r>
              <a:rPr lang="en-US" b="0" i="0" dirty="0">
                <a:solidFill>
                  <a:srgbClr val="F0F6FC"/>
                </a:solidFill>
                <a:effectLst/>
                <a:latin typeface="-apple-system"/>
              </a:rPr>
              <a:t>Push the branch to remote</a:t>
            </a:r>
          </a:p>
        </p:txBody>
      </p:sp>
      <p:sp>
        <p:nvSpPr>
          <p:cNvPr id="4" name="Slide Number Placeholder 3"/>
          <p:cNvSpPr>
            <a:spLocks noGrp="1"/>
          </p:cNvSpPr>
          <p:nvPr>
            <p:ph type="sldNum" sz="quarter" idx="5"/>
          </p:nvPr>
        </p:nvSpPr>
        <p:spPr/>
        <p:txBody>
          <a:bodyPr/>
          <a:lstStyle/>
          <a:p>
            <a:fld id="{CD84457F-CDB8-4041-AD6A-C07D48B91C14}" type="slidenum">
              <a:rPr lang="en-US" smtClean="0"/>
              <a:t>28</a:t>
            </a:fld>
            <a:endParaRPr lang="en-US"/>
          </a:p>
        </p:txBody>
      </p:sp>
    </p:spTree>
    <p:extLst>
      <p:ext uri="{BB962C8B-B14F-4D97-AF65-F5344CB8AC3E}">
        <p14:creationId xmlns:p14="http://schemas.microsoft.com/office/powerpoint/2010/main" val="15789687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E7549-2718-0B55-B927-0B12B091B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66BB9B-98A9-613C-FC43-766C4C772A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E43ABB-F5BF-143D-3059-73C21B21E80C}"/>
              </a:ext>
            </a:extLst>
          </p:cNvPr>
          <p:cNvSpPr>
            <a:spLocks noGrp="1"/>
          </p:cNvSpPr>
          <p:nvPr>
            <p:ph type="body" idx="1"/>
          </p:nvPr>
        </p:nvSpPr>
        <p:spPr/>
        <p:txBody>
          <a:bodyPr/>
          <a:lstStyle/>
          <a:p>
            <a:r>
              <a:rPr lang="en-US" dirty="0"/>
              <a:t>Check the assignment and create a branch</a:t>
            </a:r>
          </a:p>
          <a:p>
            <a:r>
              <a:rPr lang="en-US" dirty="0"/>
              <a:t>Git checkout –b &lt;assigned issue&gt;</a:t>
            </a:r>
          </a:p>
        </p:txBody>
      </p:sp>
      <p:sp>
        <p:nvSpPr>
          <p:cNvPr id="4" name="Slide Number Placeholder 3">
            <a:extLst>
              <a:ext uri="{FF2B5EF4-FFF2-40B4-BE49-F238E27FC236}">
                <a16:creationId xmlns:a16="http://schemas.microsoft.com/office/drawing/2014/main" id="{06C18816-9486-7C31-19D6-41C88D161A09}"/>
              </a:ext>
            </a:extLst>
          </p:cNvPr>
          <p:cNvSpPr>
            <a:spLocks noGrp="1"/>
          </p:cNvSpPr>
          <p:nvPr>
            <p:ph type="sldNum" sz="quarter" idx="5"/>
          </p:nvPr>
        </p:nvSpPr>
        <p:spPr/>
        <p:txBody>
          <a:bodyPr/>
          <a:lstStyle/>
          <a:p>
            <a:fld id="{CD84457F-CDB8-4041-AD6A-C07D48B91C14}" type="slidenum">
              <a:rPr lang="en-US" smtClean="0"/>
              <a:t>29</a:t>
            </a:fld>
            <a:endParaRPr lang="en-US"/>
          </a:p>
        </p:txBody>
      </p:sp>
    </p:spTree>
    <p:extLst>
      <p:ext uri="{BB962C8B-B14F-4D97-AF65-F5344CB8AC3E}">
        <p14:creationId xmlns:p14="http://schemas.microsoft.com/office/powerpoint/2010/main" val="615436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78177-B0B8-D5E4-FCF9-BCC99EC1E9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3A9D90-335E-5D7A-5DF0-E387CED0CA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83DD30-3D17-8ECF-73BD-926B46B8F439}"/>
              </a:ext>
            </a:extLst>
          </p:cNvPr>
          <p:cNvSpPr>
            <a:spLocks noGrp="1"/>
          </p:cNvSpPr>
          <p:nvPr>
            <p:ph type="body" idx="1"/>
          </p:nvPr>
        </p:nvSpPr>
        <p:spPr/>
        <p:txBody>
          <a:bodyPr/>
          <a:lstStyle/>
          <a:p>
            <a:r>
              <a:rPr lang="en-US" dirty="0"/>
              <a:t>Make the contributor create their new branch</a:t>
            </a:r>
          </a:p>
          <a:p>
            <a:r>
              <a:rPr lang="en-US" dirty="0"/>
              <a:t>Git push</a:t>
            </a:r>
          </a:p>
        </p:txBody>
      </p:sp>
      <p:sp>
        <p:nvSpPr>
          <p:cNvPr id="4" name="Slide Number Placeholder 3">
            <a:extLst>
              <a:ext uri="{FF2B5EF4-FFF2-40B4-BE49-F238E27FC236}">
                <a16:creationId xmlns:a16="http://schemas.microsoft.com/office/drawing/2014/main" id="{868B25D7-16DC-E20F-E590-F8EE414C1ADC}"/>
              </a:ext>
            </a:extLst>
          </p:cNvPr>
          <p:cNvSpPr>
            <a:spLocks noGrp="1"/>
          </p:cNvSpPr>
          <p:nvPr>
            <p:ph type="sldNum" sz="quarter" idx="5"/>
          </p:nvPr>
        </p:nvSpPr>
        <p:spPr/>
        <p:txBody>
          <a:bodyPr/>
          <a:lstStyle/>
          <a:p>
            <a:fld id="{CD84457F-CDB8-4041-AD6A-C07D48B91C14}" type="slidenum">
              <a:rPr lang="en-US" smtClean="0"/>
              <a:t>30</a:t>
            </a:fld>
            <a:endParaRPr lang="en-US"/>
          </a:p>
        </p:txBody>
      </p:sp>
    </p:spTree>
    <p:extLst>
      <p:ext uri="{BB962C8B-B14F-4D97-AF65-F5344CB8AC3E}">
        <p14:creationId xmlns:p14="http://schemas.microsoft.com/office/powerpoint/2010/main" val="27064862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07FC1-4141-A663-AA9F-AF543611FD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B40AC3-9195-101C-8D8A-12C4C0DFF7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94EBF4-70FA-8A70-17A4-B8EED9604F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F9F2B9-67FC-D37F-BE50-703ECE3BE3B4}"/>
              </a:ext>
            </a:extLst>
          </p:cNvPr>
          <p:cNvSpPr>
            <a:spLocks noGrp="1"/>
          </p:cNvSpPr>
          <p:nvPr>
            <p:ph type="sldNum" sz="quarter" idx="5"/>
          </p:nvPr>
        </p:nvSpPr>
        <p:spPr/>
        <p:txBody>
          <a:bodyPr/>
          <a:lstStyle/>
          <a:p>
            <a:fld id="{CD84457F-CDB8-4041-AD6A-C07D48B91C14}" type="slidenum">
              <a:rPr lang="en-US" smtClean="0"/>
              <a:t>31</a:t>
            </a:fld>
            <a:endParaRPr lang="en-US"/>
          </a:p>
        </p:txBody>
      </p:sp>
    </p:spTree>
    <p:extLst>
      <p:ext uri="{BB962C8B-B14F-4D97-AF65-F5344CB8AC3E}">
        <p14:creationId xmlns:p14="http://schemas.microsoft.com/office/powerpoint/2010/main" val="12430152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84457F-CDB8-4041-AD6A-C07D48B91C14}" type="slidenum">
              <a:rPr lang="en-US" smtClean="0"/>
              <a:t>32</a:t>
            </a:fld>
            <a:endParaRPr lang="en-US"/>
          </a:p>
        </p:txBody>
      </p:sp>
    </p:spTree>
    <p:extLst>
      <p:ext uri="{BB962C8B-B14F-4D97-AF65-F5344CB8AC3E}">
        <p14:creationId xmlns:p14="http://schemas.microsoft.com/office/powerpoint/2010/main" val="41555802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84457F-CDB8-4041-AD6A-C07D48B91C14}" type="slidenum">
              <a:rPr lang="en-US" smtClean="0"/>
              <a:t>35</a:t>
            </a:fld>
            <a:endParaRPr lang="en-US"/>
          </a:p>
        </p:txBody>
      </p:sp>
    </p:spTree>
    <p:extLst>
      <p:ext uri="{BB962C8B-B14F-4D97-AF65-F5344CB8AC3E}">
        <p14:creationId xmlns:p14="http://schemas.microsoft.com/office/powerpoint/2010/main" val="13748183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591A7-112E-AC92-4B51-C89CF3E71E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39F680-AEC8-EA05-82CA-831D6A370B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D9FF40-9B33-073E-5F20-4002D2DA65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56E9FD-19C9-E69A-CC63-8D2320982789}"/>
              </a:ext>
            </a:extLst>
          </p:cNvPr>
          <p:cNvSpPr>
            <a:spLocks noGrp="1"/>
          </p:cNvSpPr>
          <p:nvPr>
            <p:ph type="sldNum" sz="quarter" idx="5"/>
          </p:nvPr>
        </p:nvSpPr>
        <p:spPr/>
        <p:txBody>
          <a:bodyPr/>
          <a:lstStyle/>
          <a:p>
            <a:fld id="{CD84457F-CDB8-4041-AD6A-C07D48B91C14}" type="slidenum">
              <a:rPr lang="en-US" smtClean="0"/>
              <a:t>36</a:t>
            </a:fld>
            <a:endParaRPr lang="en-US"/>
          </a:p>
        </p:txBody>
      </p:sp>
    </p:spTree>
    <p:extLst>
      <p:ext uri="{BB962C8B-B14F-4D97-AF65-F5344CB8AC3E}">
        <p14:creationId xmlns:p14="http://schemas.microsoft.com/office/powerpoint/2010/main" val="39112042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89693-6A57-DC5B-6C71-BB3FD74573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E9AC12-9BCD-63C5-4A88-FB1F000F9C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DAD410-E904-09C3-7782-8AEE225E1D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5DB816-9B0F-A3D5-90E5-82F482348ABB}"/>
              </a:ext>
            </a:extLst>
          </p:cNvPr>
          <p:cNvSpPr>
            <a:spLocks noGrp="1"/>
          </p:cNvSpPr>
          <p:nvPr>
            <p:ph type="sldNum" sz="quarter" idx="5"/>
          </p:nvPr>
        </p:nvSpPr>
        <p:spPr/>
        <p:txBody>
          <a:bodyPr/>
          <a:lstStyle/>
          <a:p>
            <a:fld id="{CD84457F-CDB8-4041-AD6A-C07D48B91C14}" type="slidenum">
              <a:rPr lang="en-US" smtClean="0"/>
              <a:t>37</a:t>
            </a:fld>
            <a:endParaRPr lang="en-US"/>
          </a:p>
        </p:txBody>
      </p:sp>
    </p:spTree>
    <p:extLst>
      <p:ext uri="{BB962C8B-B14F-4D97-AF65-F5344CB8AC3E}">
        <p14:creationId xmlns:p14="http://schemas.microsoft.com/office/powerpoint/2010/main" val="37733497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F0F6FC"/>
                </a:solidFill>
                <a:effectLst/>
                <a:latin typeface="-apple-system"/>
              </a:rPr>
              <a:t>you will open an empty pull-request back to the organization's repository (upstream). </a:t>
            </a:r>
          </a:p>
          <a:p>
            <a:r>
              <a:rPr lang="en-US" b="0" i="0" dirty="0">
                <a:solidFill>
                  <a:srgbClr val="F0F6FC"/>
                </a:solidFill>
                <a:effectLst/>
                <a:latin typeface="-apple-system"/>
              </a:rPr>
              <a:t>Pull-requests provide a place for developers to discuss their solution design and implementation. By opening a pull-request immediately, you make your efforts visible from the very beginning, allowing others to track progress and provide useful feedback. Getting feedback early may help you avoid pitfalls and will more likely lead to an acceptable solution sooner and with less effort than if you wait until you are "done" to get feedback.</a:t>
            </a:r>
            <a:endParaRPr lang="en-US" dirty="0"/>
          </a:p>
        </p:txBody>
      </p:sp>
      <p:sp>
        <p:nvSpPr>
          <p:cNvPr id="4" name="Slide Number Placeholder 3"/>
          <p:cNvSpPr>
            <a:spLocks noGrp="1"/>
          </p:cNvSpPr>
          <p:nvPr>
            <p:ph type="sldNum" sz="quarter" idx="5"/>
          </p:nvPr>
        </p:nvSpPr>
        <p:spPr/>
        <p:txBody>
          <a:bodyPr/>
          <a:lstStyle/>
          <a:p>
            <a:fld id="{CD84457F-CDB8-4041-AD6A-C07D48B91C14}" type="slidenum">
              <a:rPr lang="en-US" smtClean="0"/>
              <a:t>38</a:t>
            </a:fld>
            <a:endParaRPr lang="en-US"/>
          </a:p>
        </p:txBody>
      </p:sp>
    </p:spTree>
    <p:extLst>
      <p:ext uri="{BB962C8B-B14F-4D97-AF65-F5344CB8AC3E}">
        <p14:creationId xmlns:p14="http://schemas.microsoft.com/office/powerpoint/2010/main" val="1603119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B615C-9ED1-598B-F9AC-3DF4C66E38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91093F-FD75-9E11-6483-43BDED2164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E86079-F0DA-7865-F6E2-77BDDEEBE3FD}"/>
              </a:ext>
            </a:extLst>
          </p:cNvPr>
          <p:cNvSpPr>
            <a:spLocks noGrp="1"/>
          </p:cNvSpPr>
          <p:nvPr>
            <p:ph type="body" idx="1"/>
          </p:nvPr>
        </p:nvSpPr>
        <p:spPr/>
        <p:txBody>
          <a:bodyPr/>
          <a:lstStyle/>
          <a:p>
            <a:r>
              <a:rPr lang="en-US" b="0" i="0" dirty="0">
                <a:solidFill>
                  <a:srgbClr val="F0F6FC"/>
                </a:solidFill>
                <a:effectLst/>
                <a:latin typeface="-apple-system"/>
              </a:rPr>
              <a:t>you will open an empty pull-request back to the organization's repository (upstream). </a:t>
            </a:r>
          </a:p>
          <a:p>
            <a:r>
              <a:rPr lang="en-US" b="0" i="0" dirty="0">
                <a:solidFill>
                  <a:srgbClr val="F0F6FC"/>
                </a:solidFill>
                <a:effectLst/>
                <a:latin typeface="-apple-system"/>
              </a:rPr>
              <a:t>Pull-requests provide a place for developers to discuss their solution design and implementation. By opening a pull-request immediately, you make your efforts visible from the very beginning, allowing others to track progress and provide useful feedback. Getting feedback early may help you avoid pitfalls and will more likely lead to an acceptable solution sooner and with less effort than if you wait until you are "done" to get feedback.</a:t>
            </a:r>
            <a:endParaRPr lang="en-US" dirty="0"/>
          </a:p>
        </p:txBody>
      </p:sp>
      <p:sp>
        <p:nvSpPr>
          <p:cNvPr id="4" name="Slide Number Placeholder 3">
            <a:extLst>
              <a:ext uri="{FF2B5EF4-FFF2-40B4-BE49-F238E27FC236}">
                <a16:creationId xmlns:a16="http://schemas.microsoft.com/office/drawing/2014/main" id="{91EB1C48-0559-2C1A-FDE6-D45F3985EE99}"/>
              </a:ext>
            </a:extLst>
          </p:cNvPr>
          <p:cNvSpPr>
            <a:spLocks noGrp="1"/>
          </p:cNvSpPr>
          <p:nvPr>
            <p:ph type="sldNum" sz="quarter" idx="5"/>
          </p:nvPr>
        </p:nvSpPr>
        <p:spPr/>
        <p:txBody>
          <a:bodyPr/>
          <a:lstStyle/>
          <a:p>
            <a:fld id="{CD84457F-CDB8-4041-AD6A-C07D48B91C14}" type="slidenum">
              <a:rPr lang="en-US" smtClean="0"/>
              <a:t>40</a:t>
            </a:fld>
            <a:endParaRPr lang="en-US"/>
          </a:p>
        </p:txBody>
      </p:sp>
    </p:spTree>
    <p:extLst>
      <p:ext uri="{BB962C8B-B14F-4D97-AF65-F5344CB8AC3E}">
        <p14:creationId xmlns:p14="http://schemas.microsoft.com/office/powerpoint/2010/main" val="3736404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84457F-CDB8-4041-AD6A-C07D48B91C14}" type="slidenum">
              <a:rPr lang="en-US" smtClean="0"/>
              <a:t>41</a:t>
            </a:fld>
            <a:endParaRPr lang="en-US"/>
          </a:p>
        </p:txBody>
      </p:sp>
    </p:spTree>
    <p:extLst>
      <p:ext uri="{BB962C8B-B14F-4D97-AF65-F5344CB8AC3E}">
        <p14:creationId xmlns:p14="http://schemas.microsoft.com/office/powerpoint/2010/main" val="22705235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B1D98-B4FA-7FA0-E499-7234FB7953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D7F3F0-6095-EEE8-C4D0-7B5A174B5A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0D7E64-626A-BFBD-0C94-13592C7F562C}"/>
              </a:ext>
            </a:extLst>
          </p:cNvPr>
          <p:cNvSpPr>
            <a:spLocks noGrp="1"/>
          </p:cNvSpPr>
          <p:nvPr>
            <p:ph type="body" idx="1"/>
          </p:nvPr>
        </p:nvSpPr>
        <p:spPr/>
        <p:txBody>
          <a:bodyPr/>
          <a:lstStyle/>
          <a:p>
            <a:r>
              <a:rPr lang="en-US" b="0" i="0" dirty="0">
                <a:solidFill>
                  <a:srgbClr val="F0F6FC"/>
                </a:solidFill>
                <a:effectLst/>
                <a:latin typeface="-apple-system"/>
              </a:rPr>
              <a:t>Congratulations! You have created a feature branch to hold the changes you will make while working on the issue. You have also opened a PR for this feature branch back to the upstream repository. This will allow others to follow your progress as you work. Also, the PR is a place where developers can discuss designs and implementations for solutions to issues.</a:t>
            </a:r>
            <a:endParaRPr lang="en-US" dirty="0"/>
          </a:p>
        </p:txBody>
      </p:sp>
      <p:sp>
        <p:nvSpPr>
          <p:cNvPr id="4" name="Slide Number Placeholder 3">
            <a:extLst>
              <a:ext uri="{FF2B5EF4-FFF2-40B4-BE49-F238E27FC236}">
                <a16:creationId xmlns:a16="http://schemas.microsoft.com/office/drawing/2014/main" id="{8C913847-E6F2-154B-0405-123F28462E98}"/>
              </a:ext>
            </a:extLst>
          </p:cNvPr>
          <p:cNvSpPr>
            <a:spLocks noGrp="1"/>
          </p:cNvSpPr>
          <p:nvPr>
            <p:ph type="sldNum" sz="quarter" idx="5"/>
          </p:nvPr>
        </p:nvSpPr>
        <p:spPr/>
        <p:txBody>
          <a:bodyPr/>
          <a:lstStyle/>
          <a:p>
            <a:fld id="{CD84457F-CDB8-4041-AD6A-C07D48B91C14}" type="slidenum">
              <a:rPr lang="en-US" smtClean="0"/>
              <a:t>42</a:t>
            </a:fld>
            <a:endParaRPr lang="en-US"/>
          </a:p>
        </p:txBody>
      </p:sp>
    </p:spTree>
    <p:extLst>
      <p:ext uri="{BB962C8B-B14F-4D97-AF65-F5344CB8AC3E}">
        <p14:creationId xmlns:p14="http://schemas.microsoft.com/office/powerpoint/2010/main" val="36005832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84457F-CDB8-4041-AD6A-C07D48B91C14}" type="slidenum">
              <a:rPr lang="en-US" smtClean="0"/>
              <a:t>43</a:t>
            </a:fld>
            <a:endParaRPr lang="en-US"/>
          </a:p>
        </p:txBody>
      </p:sp>
    </p:spTree>
    <p:extLst>
      <p:ext uri="{BB962C8B-B14F-4D97-AF65-F5344CB8AC3E}">
        <p14:creationId xmlns:p14="http://schemas.microsoft.com/office/powerpoint/2010/main" val="34918014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84457F-CDB8-4041-AD6A-C07D48B91C14}" type="slidenum">
              <a:rPr lang="en-US" smtClean="0"/>
              <a:t>44</a:t>
            </a:fld>
            <a:endParaRPr lang="en-US"/>
          </a:p>
        </p:txBody>
      </p:sp>
    </p:spTree>
    <p:extLst>
      <p:ext uri="{BB962C8B-B14F-4D97-AF65-F5344CB8AC3E}">
        <p14:creationId xmlns:p14="http://schemas.microsoft.com/office/powerpoint/2010/main" val="18611053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84457F-CDB8-4041-AD6A-C07D48B91C14}" type="slidenum">
              <a:rPr lang="en-US" smtClean="0"/>
              <a:t>45</a:t>
            </a:fld>
            <a:endParaRPr lang="en-US"/>
          </a:p>
        </p:txBody>
      </p:sp>
    </p:spTree>
    <p:extLst>
      <p:ext uri="{BB962C8B-B14F-4D97-AF65-F5344CB8AC3E}">
        <p14:creationId xmlns:p14="http://schemas.microsoft.com/office/powerpoint/2010/main" val="32665230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FD39A-9D8B-0ADC-DABA-16B74C93E7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BB5CFC-875C-0750-119F-B7708577FF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6A0550-E67B-76DA-F89B-9517587E32D7}"/>
              </a:ext>
            </a:extLst>
          </p:cNvPr>
          <p:cNvSpPr>
            <a:spLocks noGrp="1"/>
          </p:cNvSpPr>
          <p:nvPr>
            <p:ph type="body" idx="1"/>
          </p:nvPr>
        </p:nvSpPr>
        <p:spPr/>
        <p:txBody>
          <a:bodyPr/>
          <a:lstStyle/>
          <a:p>
            <a:r>
              <a:rPr lang="en-US" dirty="0"/>
              <a:t>Modify the image</a:t>
            </a:r>
          </a:p>
        </p:txBody>
      </p:sp>
      <p:sp>
        <p:nvSpPr>
          <p:cNvPr id="4" name="Slide Number Placeholder 3">
            <a:extLst>
              <a:ext uri="{FF2B5EF4-FFF2-40B4-BE49-F238E27FC236}">
                <a16:creationId xmlns:a16="http://schemas.microsoft.com/office/drawing/2014/main" id="{05F96610-174A-7C98-CFC2-15EFEECA52E9}"/>
              </a:ext>
            </a:extLst>
          </p:cNvPr>
          <p:cNvSpPr>
            <a:spLocks noGrp="1"/>
          </p:cNvSpPr>
          <p:nvPr>
            <p:ph type="sldNum" sz="quarter" idx="5"/>
          </p:nvPr>
        </p:nvSpPr>
        <p:spPr/>
        <p:txBody>
          <a:bodyPr/>
          <a:lstStyle/>
          <a:p>
            <a:fld id="{CD84457F-CDB8-4041-AD6A-C07D48B91C14}" type="slidenum">
              <a:rPr lang="en-US" smtClean="0"/>
              <a:t>46</a:t>
            </a:fld>
            <a:endParaRPr lang="en-US"/>
          </a:p>
        </p:txBody>
      </p:sp>
    </p:spTree>
    <p:extLst>
      <p:ext uri="{BB962C8B-B14F-4D97-AF65-F5344CB8AC3E}">
        <p14:creationId xmlns:p14="http://schemas.microsoft.com/office/powerpoint/2010/main" val="4009698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41D20-55DA-C00D-4015-936E2791C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4EFF69-3E8E-2077-8975-72E67241DB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3F5E08-7F0C-6F5E-CBB5-9A313F18280F}"/>
              </a:ext>
            </a:extLst>
          </p:cNvPr>
          <p:cNvSpPr>
            <a:spLocks noGrp="1"/>
          </p:cNvSpPr>
          <p:nvPr>
            <p:ph type="body" idx="1"/>
          </p:nvPr>
        </p:nvSpPr>
        <p:spPr/>
        <p:txBody>
          <a:bodyPr/>
          <a:lstStyle/>
          <a:p>
            <a:endParaRPr lang="en-US" b="0" i="0" dirty="0">
              <a:solidFill>
                <a:srgbClr val="F0F6FC"/>
              </a:solidFill>
              <a:effectLst/>
              <a:latin typeface="-apple-system"/>
            </a:endParaRPr>
          </a:p>
        </p:txBody>
      </p:sp>
      <p:sp>
        <p:nvSpPr>
          <p:cNvPr id="4" name="Slide Number Placeholder 3">
            <a:extLst>
              <a:ext uri="{FF2B5EF4-FFF2-40B4-BE49-F238E27FC236}">
                <a16:creationId xmlns:a16="http://schemas.microsoft.com/office/drawing/2014/main" id="{F9075341-1E46-5590-86DD-1C534E9A4274}"/>
              </a:ext>
            </a:extLst>
          </p:cNvPr>
          <p:cNvSpPr>
            <a:spLocks noGrp="1"/>
          </p:cNvSpPr>
          <p:nvPr>
            <p:ph type="sldNum" sz="quarter" idx="5"/>
          </p:nvPr>
        </p:nvSpPr>
        <p:spPr/>
        <p:txBody>
          <a:bodyPr/>
          <a:lstStyle/>
          <a:p>
            <a:fld id="{CD84457F-CDB8-4041-AD6A-C07D48B91C14}" type="slidenum">
              <a:rPr lang="en-US" smtClean="0"/>
              <a:t>47</a:t>
            </a:fld>
            <a:endParaRPr lang="en-US"/>
          </a:p>
        </p:txBody>
      </p:sp>
    </p:spTree>
    <p:extLst>
      <p:ext uri="{BB962C8B-B14F-4D97-AF65-F5344CB8AC3E}">
        <p14:creationId xmlns:p14="http://schemas.microsoft.com/office/powerpoint/2010/main" val="6678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84457F-CDB8-4041-AD6A-C07D48B91C14}" type="slidenum">
              <a:rPr lang="en-US" smtClean="0"/>
              <a:t>48</a:t>
            </a:fld>
            <a:endParaRPr lang="en-US"/>
          </a:p>
        </p:txBody>
      </p:sp>
    </p:spTree>
    <p:extLst>
      <p:ext uri="{BB962C8B-B14F-4D97-AF65-F5344CB8AC3E}">
        <p14:creationId xmlns:p14="http://schemas.microsoft.com/office/powerpoint/2010/main" val="33275331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push origin feature</a:t>
            </a:r>
          </a:p>
          <a:p>
            <a:endParaRPr lang="en-US" dirty="0"/>
          </a:p>
          <a:p>
            <a:r>
              <a:rPr lang="en-US" dirty="0"/>
              <a:t>https://</a:t>
            </a:r>
            <a:r>
              <a:rPr lang="en-US" dirty="0" err="1"/>
              <a:t>github.com</a:t>
            </a:r>
            <a:r>
              <a:rPr lang="en-US" dirty="0"/>
              <a:t>/settings/tokens</a:t>
            </a:r>
          </a:p>
        </p:txBody>
      </p:sp>
      <p:sp>
        <p:nvSpPr>
          <p:cNvPr id="4" name="Slide Number Placeholder 3"/>
          <p:cNvSpPr>
            <a:spLocks noGrp="1"/>
          </p:cNvSpPr>
          <p:nvPr>
            <p:ph type="sldNum" sz="quarter" idx="5"/>
          </p:nvPr>
        </p:nvSpPr>
        <p:spPr/>
        <p:txBody>
          <a:bodyPr/>
          <a:lstStyle/>
          <a:p>
            <a:fld id="{CD84457F-CDB8-4041-AD6A-C07D48B91C14}" type="slidenum">
              <a:rPr lang="en-US" smtClean="0"/>
              <a:t>50</a:t>
            </a:fld>
            <a:endParaRPr lang="en-US"/>
          </a:p>
        </p:txBody>
      </p:sp>
    </p:spTree>
    <p:extLst>
      <p:ext uri="{BB962C8B-B14F-4D97-AF65-F5344CB8AC3E}">
        <p14:creationId xmlns:p14="http://schemas.microsoft.com/office/powerpoint/2010/main" val="15875999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5"/>
          </p:nvPr>
        </p:nvSpPr>
        <p:spPr/>
        <p:txBody>
          <a:bodyPr/>
          <a:lstStyle/>
          <a:p>
            <a:fld id="{CD84457F-CDB8-4041-AD6A-C07D48B91C14}" type="slidenum">
              <a:rPr lang="en-US" smtClean="0"/>
              <a:t>51</a:t>
            </a:fld>
            <a:endParaRPr lang="en-US"/>
          </a:p>
        </p:txBody>
      </p:sp>
    </p:spTree>
    <p:extLst>
      <p:ext uri="{BB962C8B-B14F-4D97-AF65-F5344CB8AC3E}">
        <p14:creationId xmlns:p14="http://schemas.microsoft.com/office/powerpoint/2010/main" val="83528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944665" y="1274474"/>
            <a:ext cx="10311768" cy="4309053"/>
          </a:xfrm>
        </p:spPr>
        <p:txBody>
          <a:bodyPr lIns="0" anchor="ctr">
            <a:noAutofit/>
          </a:bodyPr>
          <a:lstStyle>
            <a:lvl1pPr algn="l">
              <a:lnSpc>
                <a:spcPct val="100000"/>
              </a:lnSpc>
              <a:defRPr sz="7667"/>
            </a:lvl1pPr>
          </a:lstStyle>
          <a:p>
            <a:r>
              <a:rPr lang="en-US" dirty="0"/>
              <a:t>Click to edit Master title style</a:t>
            </a:r>
          </a:p>
        </p:txBody>
      </p:sp>
      <p:sp>
        <p:nvSpPr>
          <p:cNvPr id="3" name="Subtitle 2"/>
          <p:cNvSpPr>
            <a:spLocks noGrp="1"/>
          </p:cNvSpPr>
          <p:nvPr>
            <p:ph type="subTitle" idx="1"/>
          </p:nvPr>
        </p:nvSpPr>
        <p:spPr>
          <a:xfrm>
            <a:off x="944665" y="5885912"/>
            <a:ext cx="4851084" cy="663054"/>
          </a:xfrm>
        </p:spPr>
        <p:txBody>
          <a:bodyPr anchor="b">
            <a:normAutofit/>
          </a:bodyPr>
          <a:lstStyle>
            <a:lvl1pPr marL="0" indent="0" algn="l">
              <a:buNone/>
              <a:defRPr sz="1200" b="1"/>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en-US" dirty="0"/>
              <a:t>Click to edit Master subtitle style</a:t>
            </a:r>
          </a:p>
        </p:txBody>
      </p:sp>
      <p:sp>
        <p:nvSpPr>
          <p:cNvPr id="5" name="Footer Placeholder 4"/>
          <p:cNvSpPr>
            <a:spLocks noGrp="1"/>
          </p:cNvSpPr>
          <p:nvPr>
            <p:ph type="ftr" sz="quarter" idx="11"/>
          </p:nvPr>
        </p:nvSpPr>
        <p:spPr>
          <a:xfrm>
            <a:off x="116906" y="307975"/>
            <a:ext cx="413319" cy="6240991"/>
          </a:xfrm>
        </p:spPr>
        <p:txBody>
          <a:bodyPr/>
          <a:lstStyle>
            <a:lvl1pPr algn="ctr">
              <a:defRPr/>
            </a:lvl1pPr>
          </a:lstStyle>
          <a:p>
            <a:r>
              <a:rPr lang="en-ID" sz="1250" dirty="0"/>
              <a:t>PRESENTATION</a:t>
            </a:r>
            <a:r>
              <a:rPr lang="en-ID" dirty="0"/>
              <a:t> TITLE</a:t>
            </a:r>
          </a:p>
        </p:txBody>
      </p:sp>
      <p:sp>
        <p:nvSpPr>
          <p:cNvPr id="12" name="Text Placeholder 11">
            <a:extLst>
              <a:ext uri="{FF2B5EF4-FFF2-40B4-BE49-F238E27FC236}">
                <a16:creationId xmlns:a16="http://schemas.microsoft.com/office/drawing/2014/main" id="{C6FBC030-7547-D6BF-8EBD-57B72AEB38B7}"/>
              </a:ext>
            </a:extLst>
          </p:cNvPr>
          <p:cNvSpPr>
            <a:spLocks noGrp="1"/>
          </p:cNvSpPr>
          <p:nvPr>
            <p:ph type="body" sz="quarter" idx="12"/>
          </p:nvPr>
        </p:nvSpPr>
        <p:spPr>
          <a:xfrm>
            <a:off x="944665" y="318134"/>
            <a:ext cx="4800600" cy="663054"/>
          </a:xfrm>
        </p:spPr>
        <p:txBody>
          <a:bodyPr anchor="t">
            <a:normAutofit/>
          </a:bodyPr>
          <a:lstStyle>
            <a:lvl1pPr>
              <a:defRPr sz="1200" b="1"/>
            </a:lvl1pPr>
          </a:lstStyle>
          <a:p>
            <a:pPr lvl="0"/>
            <a:r>
              <a:rPr lang="en-US" dirty="0"/>
              <a:t>Click to edit Master text styles</a:t>
            </a:r>
          </a:p>
        </p:txBody>
      </p:sp>
    </p:spTree>
    <p:extLst>
      <p:ext uri="{BB962C8B-B14F-4D97-AF65-F5344CB8AC3E}">
        <p14:creationId xmlns:p14="http://schemas.microsoft.com/office/powerpoint/2010/main" val="152928055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e Section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9E1E4-6C1F-758F-BEF0-0134C1C5E20A}"/>
              </a:ext>
            </a:extLst>
          </p:cNvPr>
          <p:cNvSpPr>
            <a:spLocks noGrp="1"/>
          </p:cNvSpPr>
          <p:nvPr>
            <p:ph type="title"/>
          </p:nvPr>
        </p:nvSpPr>
        <p:spPr>
          <a:xfrm>
            <a:off x="935567" y="3622530"/>
            <a:ext cx="4616483" cy="2926437"/>
          </a:xfrm>
        </p:spPr>
        <p:txBody>
          <a:bodyPr anchor="t"/>
          <a:lstStyle>
            <a:lvl1pPr algn="r">
              <a:defRPr/>
            </a:lvl1pPr>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F1E08730-27F8-74B4-137A-0A801396D98C}"/>
              </a:ext>
            </a:extLst>
          </p:cNvPr>
          <p:cNvSpPr>
            <a:spLocks noGrp="1"/>
          </p:cNvSpPr>
          <p:nvPr>
            <p:ph type="ftr" sz="quarter" idx="10"/>
          </p:nvPr>
        </p:nvSpPr>
        <p:spPr/>
        <p:txBody>
          <a:bodyPr/>
          <a:lstStyle>
            <a:lvl1pPr>
              <a:defRPr sz="1250"/>
            </a:lvl1pPr>
          </a:lstStyle>
          <a:p>
            <a:r>
              <a:rPr lang="en-ID" dirty="0"/>
              <a:t>PRESENTATION TITLE</a:t>
            </a:r>
          </a:p>
        </p:txBody>
      </p:sp>
      <p:sp>
        <p:nvSpPr>
          <p:cNvPr id="4" name="Slide Number Placeholder 3">
            <a:extLst>
              <a:ext uri="{FF2B5EF4-FFF2-40B4-BE49-F238E27FC236}">
                <a16:creationId xmlns:a16="http://schemas.microsoft.com/office/drawing/2014/main" id="{5F4717E1-F45F-0CDC-39E6-BA8AE85ED751}"/>
              </a:ext>
            </a:extLst>
          </p:cNvPr>
          <p:cNvSpPr>
            <a:spLocks noGrp="1"/>
          </p:cNvSpPr>
          <p:nvPr>
            <p:ph type="sldNum" sz="quarter" idx="11"/>
          </p:nvPr>
        </p:nvSpPr>
        <p:spPr/>
        <p:txBody>
          <a:bodyPr/>
          <a:lstStyle/>
          <a:p>
            <a:fld id="{F5342A4C-1D06-4798-B51F-D5804CA03D28}" type="slidenum">
              <a:rPr lang="en-ID" smtClean="0"/>
              <a:pPr/>
              <a:t>‹#›</a:t>
            </a:fld>
            <a:endParaRPr lang="en-ID" dirty="0"/>
          </a:p>
        </p:txBody>
      </p:sp>
      <p:sp>
        <p:nvSpPr>
          <p:cNvPr id="6" name="Text Placeholder 5">
            <a:extLst>
              <a:ext uri="{FF2B5EF4-FFF2-40B4-BE49-F238E27FC236}">
                <a16:creationId xmlns:a16="http://schemas.microsoft.com/office/drawing/2014/main" id="{1D054644-5513-C5F4-8051-722E9B763BAD}"/>
              </a:ext>
            </a:extLst>
          </p:cNvPr>
          <p:cNvSpPr>
            <a:spLocks noGrp="1"/>
          </p:cNvSpPr>
          <p:nvPr>
            <p:ph type="body" sz="quarter" idx="12"/>
          </p:nvPr>
        </p:nvSpPr>
        <p:spPr>
          <a:xfrm>
            <a:off x="6852745" y="3587459"/>
            <a:ext cx="4403689" cy="2926437"/>
          </a:xfrm>
        </p:spPr>
        <p:txBody>
          <a:bodyPr>
            <a:normAutofit/>
          </a:bodyPr>
          <a:lstStyle>
            <a:lvl1pPr algn="l">
              <a:defRPr sz="1400"/>
            </a:lvl1pPr>
            <a:lvl2pPr algn="l">
              <a:defRPr/>
            </a:lvl2pPr>
            <a:lvl3pPr algn="l">
              <a:defRPr/>
            </a:lvl3pPr>
            <a:lvl4pPr algn="l">
              <a:defRPr/>
            </a:lvl4pPr>
            <a:lvl5pPr algn="l">
              <a:defRPr/>
            </a:lvl5pPr>
          </a:lstStyle>
          <a:p>
            <a:pPr lvl="0"/>
            <a:r>
              <a:rPr lang="en-US" dirty="0"/>
              <a:t>Click to edit Master text styles</a:t>
            </a:r>
          </a:p>
        </p:txBody>
      </p:sp>
      <p:sp>
        <p:nvSpPr>
          <p:cNvPr id="9" name="Picture Placeholder 8">
            <a:extLst>
              <a:ext uri="{FF2B5EF4-FFF2-40B4-BE49-F238E27FC236}">
                <a16:creationId xmlns:a16="http://schemas.microsoft.com/office/drawing/2014/main" id="{4638B48B-4E0B-22FB-A5B3-AFD56904D2A2}"/>
              </a:ext>
            </a:extLst>
          </p:cNvPr>
          <p:cNvSpPr>
            <a:spLocks noGrp="1"/>
          </p:cNvSpPr>
          <p:nvPr>
            <p:ph type="pic" sz="quarter" idx="13"/>
          </p:nvPr>
        </p:nvSpPr>
        <p:spPr>
          <a:xfrm>
            <a:off x="3816000" y="1269000"/>
            <a:ext cx="2280000" cy="2160000"/>
          </a:xfrm>
        </p:spPr>
        <p:txBody>
          <a:bodyPr/>
          <a:lstStyle/>
          <a:p>
            <a:endParaRPr lang="en-ID" dirty="0"/>
          </a:p>
        </p:txBody>
      </p:sp>
      <p:sp>
        <p:nvSpPr>
          <p:cNvPr id="10" name="Text Placeholder 6">
            <a:extLst>
              <a:ext uri="{FF2B5EF4-FFF2-40B4-BE49-F238E27FC236}">
                <a16:creationId xmlns:a16="http://schemas.microsoft.com/office/drawing/2014/main" id="{B4543DB4-26F8-6491-ED15-59F17614DB61}"/>
              </a:ext>
            </a:extLst>
          </p:cNvPr>
          <p:cNvSpPr>
            <a:spLocks noGrp="1"/>
          </p:cNvSpPr>
          <p:nvPr>
            <p:ph type="body" sz="quarter" idx="14"/>
          </p:nvPr>
        </p:nvSpPr>
        <p:spPr>
          <a:xfrm>
            <a:off x="6852745" y="2949000"/>
            <a:ext cx="4403689" cy="480000"/>
          </a:xfrm>
        </p:spPr>
        <p:txBody>
          <a:bodyPr anchor="b">
            <a:normAutofit/>
          </a:bodyPr>
          <a:lstStyle>
            <a:lvl1pPr algn="l">
              <a:defRPr sz="1450" b="1"/>
            </a:lvl1pPr>
          </a:lstStyle>
          <a:p>
            <a:pPr lvl="0"/>
            <a:r>
              <a:rPr lang="en-US" dirty="0"/>
              <a:t>Click to edit Master text styles</a:t>
            </a:r>
          </a:p>
        </p:txBody>
      </p:sp>
    </p:spTree>
    <p:extLst>
      <p:ext uri="{BB962C8B-B14F-4D97-AF65-F5344CB8AC3E}">
        <p14:creationId xmlns:p14="http://schemas.microsoft.com/office/powerpoint/2010/main" val="1784946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Section Slide(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2203A-7A48-D43C-FF81-44998ED6C5A3}"/>
              </a:ext>
            </a:extLst>
          </p:cNvPr>
          <p:cNvSpPr>
            <a:spLocks noGrp="1"/>
          </p:cNvSpPr>
          <p:nvPr>
            <p:ph type="title" hasCustomPrompt="1"/>
          </p:nvPr>
        </p:nvSpPr>
        <p:spPr>
          <a:xfrm>
            <a:off x="946149" y="309034"/>
            <a:ext cx="10310284" cy="856379"/>
          </a:xfrm>
        </p:spPr>
        <p:txBody>
          <a:bodyPr anchor="b"/>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5C925881-D985-DB50-2C2A-1DD30375D873}"/>
              </a:ext>
            </a:extLst>
          </p:cNvPr>
          <p:cNvSpPr>
            <a:spLocks noGrp="1"/>
          </p:cNvSpPr>
          <p:nvPr>
            <p:ph type="ftr" sz="quarter" idx="10"/>
          </p:nvPr>
        </p:nvSpPr>
        <p:spPr>
          <a:xfrm>
            <a:off x="110841" y="309033"/>
            <a:ext cx="413319" cy="3119967"/>
          </a:xfrm>
        </p:spPr>
        <p:txBody>
          <a:bodyPr/>
          <a:lstStyle>
            <a:lvl1pPr>
              <a:defRPr sz="1250"/>
            </a:lvl1pPr>
          </a:lstStyle>
          <a:p>
            <a:r>
              <a:rPr lang="en-ID" dirty="0"/>
              <a:t>PRESENTATION TITLE</a:t>
            </a:r>
          </a:p>
        </p:txBody>
      </p:sp>
      <p:sp>
        <p:nvSpPr>
          <p:cNvPr id="4" name="Slide Number Placeholder 3">
            <a:extLst>
              <a:ext uri="{FF2B5EF4-FFF2-40B4-BE49-F238E27FC236}">
                <a16:creationId xmlns:a16="http://schemas.microsoft.com/office/drawing/2014/main" id="{CEC8AEAE-CAB2-B08D-FDF5-65D952895D89}"/>
              </a:ext>
            </a:extLst>
          </p:cNvPr>
          <p:cNvSpPr>
            <a:spLocks noGrp="1"/>
          </p:cNvSpPr>
          <p:nvPr>
            <p:ph type="sldNum" sz="quarter" idx="11"/>
          </p:nvPr>
        </p:nvSpPr>
        <p:spPr/>
        <p:txBody>
          <a:bodyPr/>
          <a:lstStyle/>
          <a:p>
            <a:fld id="{F5342A4C-1D06-4798-B51F-D5804CA03D28}" type="slidenum">
              <a:rPr lang="en-ID" smtClean="0"/>
              <a:pPr/>
              <a:t>‹#›</a:t>
            </a:fld>
            <a:endParaRPr lang="en-ID" dirty="0"/>
          </a:p>
        </p:txBody>
      </p:sp>
      <p:sp>
        <p:nvSpPr>
          <p:cNvPr id="6" name="Picture Placeholder 5">
            <a:extLst>
              <a:ext uri="{FF2B5EF4-FFF2-40B4-BE49-F238E27FC236}">
                <a16:creationId xmlns:a16="http://schemas.microsoft.com/office/drawing/2014/main" id="{B983C41E-9E62-2649-ECE4-9DA270EF6269}"/>
              </a:ext>
            </a:extLst>
          </p:cNvPr>
          <p:cNvSpPr>
            <a:spLocks noGrp="1"/>
          </p:cNvSpPr>
          <p:nvPr>
            <p:ph type="pic" sz="quarter" idx="12"/>
          </p:nvPr>
        </p:nvSpPr>
        <p:spPr>
          <a:xfrm>
            <a:off x="5907616" y="1524000"/>
            <a:ext cx="5348818" cy="5024966"/>
          </a:xfrm>
        </p:spPr>
        <p:txBody>
          <a:bodyPr/>
          <a:lstStyle/>
          <a:p>
            <a:endParaRPr lang="en-ID"/>
          </a:p>
        </p:txBody>
      </p:sp>
      <p:sp>
        <p:nvSpPr>
          <p:cNvPr id="7" name="Rectangle: Rounded Corners 4">
            <a:extLst>
              <a:ext uri="{FF2B5EF4-FFF2-40B4-BE49-F238E27FC236}">
                <a16:creationId xmlns:a16="http://schemas.microsoft.com/office/drawing/2014/main" id="{036ACB76-52A5-FEBE-516E-F8296B4D8AFE}"/>
              </a:ext>
            </a:extLst>
          </p:cNvPr>
          <p:cNvSpPr/>
          <p:nvPr userDrawn="1"/>
        </p:nvSpPr>
        <p:spPr>
          <a:xfrm>
            <a:off x="987811" y="1387813"/>
            <a:ext cx="4665132" cy="5161153"/>
          </a:xfrm>
          <a:prstGeom prst="roundRect">
            <a:avLst>
              <a:gd name="adj" fmla="val 2692"/>
            </a:avLst>
          </a:prstGeom>
          <a:solidFill>
            <a:schemeClr val="bg1"/>
          </a:solidFill>
          <a:ln>
            <a:solidFill>
              <a:schemeClr val="bg2">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dirty="0"/>
          </a:p>
        </p:txBody>
      </p:sp>
      <p:sp>
        <p:nvSpPr>
          <p:cNvPr id="11" name="Text Placeholder 10">
            <a:extLst>
              <a:ext uri="{FF2B5EF4-FFF2-40B4-BE49-F238E27FC236}">
                <a16:creationId xmlns:a16="http://schemas.microsoft.com/office/drawing/2014/main" id="{B9ED7268-F0F7-7726-1714-4FFFA13C8634}"/>
              </a:ext>
            </a:extLst>
          </p:cNvPr>
          <p:cNvSpPr>
            <a:spLocks noGrp="1"/>
          </p:cNvSpPr>
          <p:nvPr>
            <p:ph type="body" sz="quarter" idx="15"/>
          </p:nvPr>
        </p:nvSpPr>
        <p:spPr>
          <a:xfrm>
            <a:off x="1142711" y="1970242"/>
            <a:ext cx="4250844" cy="4578724"/>
          </a:xfrm>
        </p:spPr>
        <p:txBody>
          <a:bodyPr>
            <a:normAutofit/>
          </a:bodyPr>
          <a:lstStyle>
            <a:lvl1pPr>
              <a:defRPr sz="1400"/>
            </a:lvl1pPr>
            <a:lvl2pPr>
              <a:defRPr sz="933"/>
            </a:lvl2pPr>
            <a:lvl3pPr>
              <a:defRPr sz="800"/>
            </a:lvl3pPr>
            <a:lvl4pPr>
              <a:defRPr sz="733"/>
            </a:lvl4pPr>
            <a:lvl5pPr>
              <a:defRPr sz="733"/>
            </a:lvl5pPr>
          </a:lstStyle>
          <a:p>
            <a:pPr lvl="0"/>
            <a:r>
              <a:rPr lang="en-US" dirty="0"/>
              <a:t>Click to edit Master text styles</a:t>
            </a:r>
          </a:p>
        </p:txBody>
      </p:sp>
      <p:sp>
        <p:nvSpPr>
          <p:cNvPr id="9" name="Text Placeholder 8">
            <a:extLst>
              <a:ext uri="{FF2B5EF4-FFF2-40B4-BE49-F238E27FC236}">
                <a16:creationId xmlns:a16="http://schemas.microsoft.com/office/drawing/2014/main" id="{40463940-7795-D0D0-0A75-972A6A2ED5A7}"/>
              </a:ext>
            </a:extLst>
          </p:cNvPr>
          <p:cNvSpPr>
            <a:spLocks noGrp="1"/>
          </p:cNvSpPr>
          <p:nvPr>
            <p:ph type="body" sz="quarter" idx="16"/>
          </p:nvPr>
        </p:nvSpPr>
        <p:spPr>
          <a:xfrm>
            <a:off x="1143000" y="1524000"/>
            <a:ext cx="4250267" cy="343711"/>
          </a:xfrm>
        </p:spPr>
        <p:txBody>
          <a:bodyPr anchor="b">
            <a:noAutofit/>
          </a:bodyPr>
          <a:lstStyle>
            <a:lvl1pPr>
              <a:defRPr sz="1450" b="1"/>
            </a:lvl1pPr>
          </a:lstStyle>
          <a:p>
            <a:pPr lvl="0"/>
            <a:r>
              <a:rPr lang="en-US" dirty="0"/>
              <a:t>Click to edit Master text styles</a:t>
            </a:r>
          </a:p>
        </p:txBody>
      </p:sp>
    </p:spTree>
    <p:extLst>
      <p:ext uri="{BB962C8B-B14F-4D97-AF65-F5344CB8AC3E}">
        <p14:creationId xmlns:p14="http://schemas.microsoft.com/office/powerpoint/2010/main" val="1455742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Section Slide(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2203A-7A48-D43C-FF81-44998ED6C5A3}"/>
              </a:ext>
            </a:extLst>
          </p:cNvPr>
          <p:cNvSpPr>
            <a:spLocks noGrp="1"/>
          </p:cNvSpPr>
          <p:nvPr>
            <p:ph type="title" hasCustomPrompt="1"/>
          </p:nvPr>
        </p:nvSpPr>
        <p:spPr>
          <a:xfrm>
            <a:off x="946149" y="309034"/>
            <a:ext cx="10310284" cy="856379"/>
          </a:xfrm>
        </p:spPr>
        <p:txBody>
          <a:bodyPr anchor="b"/>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5C925881-D985-DB50-2C2A-1DD30375D873}"/>
              </a:ext>
            </a:extLst>
          </p:cNvPr>
          <p:cNvSpPr>
            <a:spLocks noGrp="1"/>
          </p:cNvSpPr>
          <p:nvPr>
            <p:ph type="ftr" sz="quarter" idx="10"/>
          </p:nvPr>
        </p:nvSpPr>
        <p:spPr/>
        <p:txBody>
          <a:bodyPr/>
          <a:lstStyle>
            <a:lvl1pPr>
              <a:defRPr sz="1250"/>
            </a:lvl1pPr>
          </a:lstStyle>
          <a:p>
            <a:r>
              <a:rPr lang="en-ID" dirty="0"/>
              <a:t>PRESENTATION TITLE</a:t>
            </a:r>
          </a:p>
        </p:txBody>
      </p:sp>
      <p:sp>
        <p:nvSpPr>
          <p:cNvPr id="4" name="Slide Number Placeholder 3">
            <a:extLst>
              <a:ext uri="{FF2B5EF4-FFF2-40B4-BE49-F238E27FC236}">
                <a16:creationId xmlns:a16="http://schemas.microsoft.com/office/drawing/2014/main" id="{CEC8AEAE-CAB2-B08D-FDF5-65D952895D89}"/>
              </a:ext>
            </a:extLst>
          </p:cNvPr>
          <p:cNvSpPr>
            <a:spLocks noGrp="1"/>
          </p:cNvSpPr>
          <p:nvPr>
            <p:ph type="sldNum" sz="quarter" idx="11"/>
          </p:nvPr>
        </p:nvSpPr>
        <p:spPr/>
        <p:txBody>
          <a:bodyPr/>
          <a:lstStyle/>
          <a:p>
            <a:fld id="{F5342A4C-1D06-4798-B51F-D5804CA03D28}" type="slidenum">
              <a:rPr lang="en-ID" smtClean="0"/>
              <a:pPr/>
              <a:t>‹#›</a:t>
            </a:fld>
            <a:endParaRPr lang="en-ID" dirty="0"/>
          </a:p>
        </p:txBody>
      </p:sp>
      <p:sp>
        <p:nvSpPr>
          <p:cNvPr id="6" name="Picture Placeholder 5">
            <a:extLst>
              <a:ext uri="{FF2B5EF4-FFF2-40B4-BE49-F238E27FC236}">
                <a16:creationId xmlns:a16="http://schemas.microsoft.com/office/drawing/2014/main" id="{B983C41E-9E62-2649-ECE4-9DA270EF6269}"/>
              </a:ext>
            </a:extLst>
          </p:cNvPr>
          <p:cNvSpPr>
            <a:spLocks noGrp="1"/>
          </p:cNvSpPr>
          <p:nvPr>
            <p:ph type="pic" sz="quarter" idx="12"/>
          </p:nvPr>
        </p:nvSpPr>
        <p:spPr>
          <a:xfrm>
            <a:off x="946149" y="1534429"/>
            <a:ext cx="3168651" cy="2979205"/>
          </a:xfrm>
        </p:spPr>
        <p:txBody>
          <a:bodyPr/>
          <a:lstStyle/>
          <a:p>
            <a:endParaRPr lang="en-ID"/>
          </a:p>
        </p:txBody>
      </p:sp>
      <p:sp>
        <p:nvSpPr>
          <p:cNvPr id="11" name="Text Placeholder 10">
            <a:extLst>
              <a:ext uri="{FF2B5EF4-FFF2-40B4-BE49-F238E27FC236}">
                <a16:creationId xmlns:a16="http://schemas.microsoft.com/office/drawing/2014/main" id="{B9ED7268-F0F7-7726-1714-4FFFA13C8634}"/>
              </a:ext>
            </a:extLst>
          </p:cNvPr>
          <p:cNvSpPr>
            <a:spLocks noGrp="1"/>
          </p:cNvSpPr>
          <p:nvPr>
            <p:ph type="body" sz="quarter" idx="15"/>
          </p:nvPr>
        </p:nvSpPr>
        <p:spPr>
          <a:xfrm>
            <a:off x="946150" y="5188086"/>
            <a:ext cx="10310283" cy="1360881"/>
          </a:xfrm>
        </p:spPr>
        <p:txBody>
          <a:bodyPr>
            <a:normAutofit/>
          </a:bodyPr>
          <a:lstStyle>
            <a:lvl1pPr>
              <a:defRPr sz="1400"/>
            </a:lvl1pPr>
            <a:lvl2pPr>
              <a:defRPr sz="933"/>
            </a:lvl2pPr>
            <a:lvl3pPr>
              <a:defRPr sz="800"/>
            </a:lvl3pPr>
            <a:lvl4pPr>
              <a:defRPr sz="733"/>
            </a:lvl4pPr>
            <a:lvl5pPr>
              <a:defRPr sz="733"/>
            </a:lvl5pPr>
          </a:lstStyle>
          <a:p>
            <a:pPr lvl="0"/>
            <a:r>
              <a:rPr lang="en-US" dirty="0"/>
              <a:t>Click to edit Master text styles</a:t>
            </a:r>
          </a:p>
        </p:txBody>
      </p:sp>
      <p:sp>
        <p:nvSpPr>
          <p:cNvPr id="10" name="Picture Placeholder 5">
            <a:extLst>
              <a:ext uri="{FF2B5EF4-FFF2-40B4-BE49-F238E27FC236}">
                <a16:creationId xmlns:a16="http://schemas.microsoft.com/office/drawing/2014/main" id="{D91BA770-EC25-E052-2C59-507568B87CE0}"/>
              </a:ext>
            </a:extLst>
          </p:cNvPr>
          <p:cNvSpPr>
            <a:spLocks noGrp="1"/>
          </p:cNvSpPr>
          <p:nvPr>
            <p:ph type="pic" sz="quarter" idx="17"/>
          </p:nvPr>
        </p:nvSpPr>
        <p:spPr>
          <a:xfrm>
            <a:off x="8087783" y="1534429"/>
            <a:ext cx="3168651" cy="2979205"/>
          </a:xfrm>
        </p:spPr>
        <p:txBody>
          <a:bodyPr/>
          <a:lstStyle/>
          <a:p>
            <a:endParaRPr lang="en-ID"/>
          </a:p>
        </p:txBody>
      </p:sp>
      <p:sp>
        <p:nvSpPr>
          <p:cNvPr id="13" name="Picture Placeholder 5">
            <a:extLst>
              <a:ext uri="{FF2B5EF4-FFF2-40B4-BE49-F238E27FC236}">
                <a16:creationId xmlns:a16="http://schemas.microsoft.com/office/drawing/2014/main" id="{D44254E2-95DF-23C9-F750-5F0C53D4C93B}"/>
              </a:ext>
            </a:extLst>
          </p:cNvPr>
          <p:cNvSpPr>
            <a:spLocks noGrp="1"/>
          </p:cNvSpPr>
          <p:nvPr>
            <p:ph type="pic" sz="quarter" idx="18"/>
          </p:nvPr>
        </p:nvSpPr>
        <p:spPr>
          <a:xfrm>
            <a:off x="4516966" y="1534429"/>
            <a:ext cx="3168651" cy="2979205"/>
          </a:xfrm>
        </p:spPr>
        <p:txBody>
          <a:bodyPr/>
          <a:lstStyle/>
          <a:p>
            <a:endParaRPr lang="en-ID"/>
          </a:p>
        </p:txBody>
      </p:sp>
      <p:sp>
        <p:nvSpPr>
          <p:cNvPr id="7" name="Text Placeholder 6">
            <a:extLst>
              <a:ext uri="{FF2B5EF4-FFF2-40B4-BE49-F238E27FC236}">
                <a16:creationId xmlns:a16="http://schemas.microsoft.com/office/drawing/2014/main" id="{454CB532-C6BB-6CC4-1CC3-D1E21D8C4E65}"/>
              </a:ext>
            </a:extLst>
          </p:cNvPr>
          <p:cNvSpPr>
            <a:spLocks noGrp="1"/>
          </p:cNvSpPr>
          <p:nvPr>
            <p:ph type="body" sz="quarter" idx="19"/>
          </p:nvPr>
        </p:nvSpPr>
        <p:spPr>
          <a:xfrm>
            <a:off x="935567" y="4708525"/>
            <a:ext cx="10320867" cy="350308"/>
          </a:xfrm>
        </p:spPr>
        <p:txBody>
          <a:bodyPr anchor="b">
            <a:noAutofit/>
          </a:bodyPr>
          <a:lstStyle>
            <a:lvl1pPr>
              <a:defRPr sz="1450" b="1"/>
            </a:lvl1pPr>
          </a:lstStyle>
          <a:p>
            <a:pPr lvl="0"/>
            <a:r>
              <a:rPr lang="en-US" dirty="0"/>
              <a:t>Click to edit Master text styles</a:t>
            </a:r>
          </a:p>
        </p:txBody>
      </p:sp>
    </p:spTree>
    <p:extLst>
      <p:ext uri="{BB962C8B-B14F-4D97-AF65-F5344CB8AC3E}">
        <p14:creationId xmlns:p14="http://schemas.microsoft.com/office/powerpoint/2010/main" val="356712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Section Slide(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2203A-7A48-D43C-FF81-44998ED6C5A3}"/>
              </a:ext>
            </a:extLst>
          </p:cNvPr>
          <p:cNvSpPr>
            <a:spLocks noGrp="1"/>
          </p:cNvSpPr>
          <p:nvPr>
            <p:ph type="title"/>
          </p:nvPr>
        </p:nvSpPr>
        <p:spPr>
          <a:xfrm>
            <a:off x="6096001" y="309034"/>
            <a:ext cx="5149851" cy="2560291"/>
          </a:xfrm>
        </p:spPr>
        <p:txBody>
          <a:bodyPr lIns="72000" anchor="t"/>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5C925881-D985-DB50-2C2A-1DD30375D873}"/>
              </a:ext>
            </a:extLst>
          </p:cNvPr>
          <p:cNvSpPr>
            <a:spLocks noGrp="1"/>
          </p:cNvSpPr>
          <p:nvPr>
            <p:ph type="ftr" sz="quarter" idx="10"/>
          </p:nvPr>
        </p:nvSpPr>
        <p:spPr/>
        <p:txBody>
          <a:bodyPr/>
          <a:lstStyle>
            <a:lvl1pPr>
              <a:defRPr sz="1250"/>
            </a:lvl1pPr>
          </a:lstStyle>
          <a:p>
            <a:r>
              <a:rPr lang="en-ID" dirty="0"/>
              <a:t>PRESENTATION TITLE</a:t>
            </a:r>
          </a:p>
        </p:txBody>
      </p:sp>
      <p:sp>
        <p:nvSpPr>
          <p:cNvPr id="4" name="Slide Number Placeholder 3">
            <a:extLst>
              <a:ext uri="{FF2B5EF4-FFF2-40B4-BE49-F238E27FC236}">
                <a16:creationId xmlns:a16="http://schemas.microsoft.com/office/drawing/2014/main" id="{CEC8AEAE-CAB2-B08D-FDF5-65D952895D89}"/>
              </a:ext>
            </a:extLst>
          </p:cNvPr>
          <p:cNvSpPr>
            <a:spLocks noGrp="1"/>
          </p:cNvSpPr>
          <p:nvPr>
            <p:ph type="sldNum" sz="quarter" idx="11"/>
          </p:nvPr>
        </p:nvSpPr>
        <p:spPr/>
        <p:txBody>
          <a:bodyPr/>
          <a:lstStyle/>
          <a:p>
            <a:fld id="{F5342A4C-1D06-4798-B51F-D5804CA03D28}" type="slidenum">
              <a:rPr lang="en-ID" smtClean="0"/>
              <a:pPr/>
              <a:t>‹#›</a:t>
            </a:fld>
            <a:endParaRPr lang="en-ID" dirty="0"/>
          </a:p>
        </p:txBody>
      </p:sp>
      <p:sp>
        <p:nvSpPr>
          <p:cNvPr id="6" name="Picture Placeholder 5">
            <a:extLst>
              <a:ext uri="{FF2B5EF4-FFF2-40B4-BE49-F238E27FC236}">
                <a16:creationId xmlns:a16="http://schemas.microsoft.com/office/drawing/2014/main" id="{B983C41E-9E62-2649-ECE4-9DA270EF6269}"/>
              </a:ext>
            </a:extLst>
          </p:cNvPr>
          <p:cNvSpPr>
            <a:spLocks noGrp="1"/>
          </p:cNvSpPr>
          <p:nvPr>
            <p:ph type="pic" sz="quarter" idx="12"/>
          </p:nvPr>
        </p:nvSpPr>
        <p:spPr>
          <a:xfrm>
            <a:off x="946148" y="309033"/>
            <a:ext cx="5059061" cy="2967704"/>
          </a:xfrm>
        </p:spPr>
        <p:txBody>
          <a:bodyPr/>
          <a:lstStyle/>
          <a:p>
            <a:endParaRPr lang="en-ID"/>
          </a:p>
        </p:txBody>
      </p:sp>
      <p:sp>
        <p:nvSpPr>
          <p:cNvPr id="11" name="Text Placeholder 10">
            <a:extLst>
              <a:ext uri="{FF2B5EF4-FFF2-40B4-BE49-F238E27FC236}">
                <a16:creationId xmlns:a16="http://schemas.microsoft.com/office/drawing/2014/main" id="{B9ED7268-F0F7-7726-1714-4FFFA13C8634}"/>
              </a:ext>
            </a:extLst>
          </p:cNvPr>
          <p:cNvSpPr>
            <a:spLocks noGrp="1"/>
          </p:cNvSpPr>
          <p:nvPr>
            <p:ph type="body" sz="quarter" idx="15"/>
          </p:nvPr>
        </p:nvSpPr>
        <p:spPr>
          <a:xfrm>
            <a:off x="6490447" y="3506233"/>
            <a:ext cx="4755405" cy="3042733"/>
          </a:xfrm>
        </p:spPr>
        <p:txBody>
          <a:bodyPr>
            <a:normAutofit/>
          </a:bodyPr>
          <a:lstStyle>
            <a:lvl1pPr>
              <a:defRPr sz="1400"/>
            </a:lvl1pPr>
            <a:lvl2pPr>
              <a:defRPr sz="933"/>
            </a:lvl2pPr>
            <a:lvl3pPr>
              <a:defRPr sz="800"/>
            </a:lvl3pPr>
            <a:lvl4pPr>
              <a:defRPr sz="733"/>
            </a:lvl4pPr>
            <a:lvl5pPr>
              <a:defRPr sz="733"/>
            </a:lvl5pPr>
          </a:lstStyle>
          <a:p>
            <a:pPr lvl="0"/>
            <a:r>
              <a:rPr lang="en-US" dirty="0"/>
              <a:t>Click to edit Master text styles</a:t>
            </a:r>
          </a:p>
        </p:txBody>
      </p:sp>
      <p:sp>
        <p:nvSpPr>
          <p:cNvPr id="10" name="Text Placeholder 10">
            <a:extLst>
              <a:ext uri="{FF2B5EF4-FFF2-40B4-BE49-F238E27FC236}">
                <a16:creationId xmlns:a16="http://schemas.microsoft.com/office/drawing/2014/main" id="{A2E70DB5-A605-C6D9-FAC7-F284C61688EE}"/>
              </a:ext>
            </a:extLst>
          </p:cNvPr>
          <p:cNvSpPr>
            <a:spLocks noGrp="1"/>
          </p:cNvSpPr>
          <p:nvPr>
            <p:ph type="body" sz="quarter" idx="16"/>
          </p:nvPr>
        </p:nvSpPr>
        <p:spPr>
          <a:xfrm>
            <a:off x="6490447" y="3060206"/>
            <a:ext cx="4765987" cy="340659"/>
          </a:xfrm>
        </p:spPr>
        <p:txBody>
          <a:bodyPr anchor="b">
            <a:noAutofit/>
          </a:bodyPr>
          <a:lstStyle>
            <a:lvl1pPr>
              <a:defRPr sz="1450" b="1"/>
            </a:lvl1pPr>
            <a:lvl2pPr>
              <a:defRPr sz="933" b="1"/>
            </a:lvl2pPr>
            <a:lvl3pPr>
              <a:defRPr sz="800" b="1"/>
            </a:lvl3pPr>
            <a:lvl4pPr>
              <a:defRPr sz="733" b="1"/>
            </a:lvl4pPr>
            <a:lvl5pPr>
              <a:defRPr sz="733" b="1"/>
            </a:lvl5pPr>
          </a:lstStyle>
          <a:p>
            <a:pPr lvl="0"/>
            <a:r>
              <a:rPr lang="en-US" dirty="0"/>
              <a:t>Click to edit Master text styles</a:t>
            </a:r>
          </a:p>
        </p:txBody>
      </p:sp>
      <p:sp>
        <p:nvSpPr>
          <p:cNvPr id="15" name="Picture Placeholder 5">
            <a:extLst>
              <a:ext uri="{FF2B5EF4-FFF2-40B4-BE49-F238E27FC236}">
                <a16:creationId xmlns:a16="http://schemas.microsoft.com/office/drawing/2014/main" id="{8C682A16-D4BD-1B51-F007-ED655339E18C}"/>
              </a:ext>
            </a:extLst>
          </p:cNvPr>
          <p:cNvSpPr>
            <a:spLocks noGrp="1"/>
          </p:cNvSpPr>
          <p:nvPr>
            <p:ph type="pic" sz="quarter" idx="17"/>
          </p:nvPr>
        </p:nvSpPr>
        <p:spPr>
          <a:xfrm>
            <a:off x="946148" y="3581262"/>
            <a:ext cx="5149852" cy="2967704"/>
          </a:xfrm>
        </p:spPr>
        <p:txBody>
          <a:bodyPr/>
          <a:lstStyle/>
          <a:p>
            <a:endParaRPr lang="en-ID" dirty="0"/>
          </a:p>
        </p:txBody>
      </p:sp>
    </p:spTree>
    <p:extLst>
      <p:ext uri="{BB962C8B-B14F-4D97-AF65-F5344CB8AC3E}">
        <p14:creationId xmlns:p14="http://schemas.microsoft.com/office/powerpoint/2010/main" val="2833775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Section Slide(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2203A-7A48-D43C-FF81-44998ED6C5A3}"/>
              </a:ext>
            </a:extLst>
          </p:cNvPr>
          <p:cNvSpPr>
            <a:spLocks noGrp="1"/>
          </p:cNvSpPr>
          <p:nvPr>
            <p:ph type="title"/>
          </p:nvPr>
        </p:nvSpPr>
        <p:spPr>
          <a:xfrm>
            <a:off x="6096000" y="309034"/>
            <a:ext cx="5160433" cy="1923178"/>
          </a:xfrm>
        </p:spPr>
        <p:txBody>
          <a:bodyPr anchor="t"/>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5C925881-D985-DB50-2C2A-1DD30375D873}"/>
              </a:ext>
            </a:extLst>
          </p:cNvPr>
          <p:cNvSpPr>
            <a:spLocks noGrp="1"/>
          </p:cNvSpPr>
          <p:nvPr>
            <p:ph type="ftr" sz="quarter" idx="10"/>
          </p:nvPr>
        </p:nvSpPr>
        <p:spPr/>
        <p:txBody>
          <a:bodyPr/>
          <a:lstStyle>
            <a:lvl1pPr>
              <a:defRPr sz="1250"/>
            </a:lvl1pPr>
          </a:lstStyle>
          <a:p>
            <a:r>
              <a:rPr lang="en-ID" dirty="0"/>
              <a:t>PRESENTATION TITLE</a:t>
            </a:r>
          </a:p>
        </p:txBody>
      </p:sp>
      <p:sp>
        <p:nvSpPr>
          <p:cNvPr id="4" name="Slide Number Placeholder 3">
            <a:extLst>
              <a:ext uri="{FF2B5EF4-FFF2-40B4-BE49-F238E27FC236}">
                <a16:creationId xmlns:a16="http://schemas.microsoft.com/office/drawing/2014/main" id="{CEC8AEAE-CAB2-B08D-FDF5-65D952895D89}"/>
              </a:ext>
            </a:extLst>
          </p:cNvPr>
          <p:cNvSpPr>
            <a:spLocks noGrp="1"/>
          </p:cNvSpPr>
          <p:nvPr>
            <p:ph type="sldNum" sz="quarter" idx="11"/>
          </p:nvPr>
        </p:nvSpPr>
        <p:spPr/>
        <p:txBody>
          <a:bodyPr/>
          <a:lstStyle/>
          <a:p>
            <a:fld id="{F5342A4C-1D06-4798-B51F-D5804CA03D28}" type="slidenum">
              <a:rPr lang="en-ID" smtClean="0"/>
              <a:pPr/>
              <a:t>‹#›</a:t>
            </a:fld>
            <a:endParaRPr lang="en-ID" dirty="0"/>
          </a:p>
        </p:txBody>
      </p:sp>
      <p:sp>
        <p:nvSpPr>
          <p:cNvPr id="6" name="Picture Placeholder 5">
            <a:extLst>
              <a:ext uri="{FF2B5EF4-FFF2-40B4-BE49-F238E27FC236}">
                <a16:creationId xmlns:a16="http://schemas.microsoft.com/office/drawing/2014/main" id="{B983C41E-9E62-2649-ECE4-9DA270EF6269}"/>
              </a:ext>
            </a:extLst>
          </p:cNvPr>
          <p:cNvSpPr>
            <a:spLocks noGrp="1"/>
          </p:cNvSpPr>
          <p:nvPr>
            <p:ph type="pic" sz="quarter" idx="12"/>
          </p:nvPr>
        </p:nvSpPr>
        <p:spPr>
          <a:xfrm>
            <a:off x="935567" y="309034"/>
            <a:ext cx="4666447" cy="6239933"/>
          </a:xfrm>
        </p:spPr>
        <p:txBody>
          <a:bodyPr/>
          <a:lstStyle/>
          <a:p>
            <a:endParaRPr lang="en-ID" dirty="0"/>
          </a:p>
        </p:txBody>
      </p:sp>
      <p:sp>
        <p:nvSpPr>
          <p:cNvPr id="11" name="Text Placeholder 10">
            <a:extLst>
              <a:ext uri="{FF2B5EF4-FFF2-40B4-BE49-F238E27FC236}">
                <a16:creationId xmlns:a16="http://schemas.microsoft.com/office/drawing/2014/main" id="{B9ED7268-F0F7-7726-1714-4FFFA13C8634}"/>
              </a:ext>
            </a:extLst>
          </p:cNvPr>
          <p:cNvSpPr>
            <a:spLocks noGrp="1"/>
          </p:cNvSpPr>
          <p:nvPr>
            <p:ph type="body" sz="quarter" idx="15"/>
          </p:nvPr>
        </p:nvSpPr>
        <p:spPr>
          <a:xfrm>
            <a:off x="6096000" y="2877671"/>
            <a:ext cx="5160433" cy="3671296"/>
          </a:xfrm>
        </p:spPr>
        <p:txBody>
          <a:bodyPr>
            <a:normAutofit/>
          </a:bodyPr>
          <a:lstStyle>
            <a:lvl1pPr>
              <a:defRPr sz="1400"/>
            </a:lvl1pPr>
            <a:lvl2pPr>
              <a:defRPr sz="933"/>
            </a:lvl2pPr>
            <a:lvl3pPr>
              <a:defRPr sz="800"/>
            </a:lvl3pPr>
            <a:lvl4pPr>
              <a:defRPr sz="733"/>
            </a:lvl4pPr>
            <a:lvl5pPr>
              <a:defRPr sz="733"/>
            </a:lvl5pPr>
          </a:lstStyle>
          <a:p>
            <a:pPr lvl="0"/>
            <a:r>
              <a:rPr lang="en-US" dirty="0"/>
              <a:t>Click to edit Master text styles</a:t>
            </a:r>
          </a:p>
        </p:txBody>
      </p:sp>
      <p:sp>
        <p:nvSpPr>
          <p:cNvPr id="10" name="Text Placeholder 10">
            <a:extLst>
              <a:ext uri="{FF2B5EF4-FFF2-40B4-BE49-F238E27FC236}">
                <a16:creationId xmlns:a16="http://schemas.microsoft.com/office/drawing/2014/main" id="{A2E70DB5-A605-C6D9-FAC7-F284C61688EE}"/>
              </a:ext>
            </a:extLst>
          </p:cNvPr>
          <p:cNvSpPr>
            <a:spLocks noGrp="1"/>
          </p:cNvSpPr>
          <p:nvPr>
            <p:ph type="body" sz="quarter" idx="16"/>
          </p:nvPr>
        </p:nvSpPr>
        <p:spPr>
          <a:xfrm>
            <a:off x="6096000" y="2384611"/>
            <a:ext cx="5160432" cy="340659"/>
          </a:xfrm>
        </p:spPr>
        <p:txBody>
          <a:bodyPr anchor="b">
            <a:noAutofit/>
          </a:bodyPr>
          <a:lstStyle>
            <a:lvl1pPr>
              <a:defRPr sz="1450" b="1"/>
            </a:lvl1pPr>
            <a:lvl2pPr>
              <a:defRPr sz="933" b="1"/>
            </a:lvl2pPr>
            <a:lvl3pPr>
              <a:defRPr sz="800" b="1"/>
            </a:lvl3pPr>
            <a:lvl4pPr>
              <a:defRPr sz="733" b="1"/>
            </a:lvl4pPr>
            <a:lvl5pPr>
              <a:defRPr sz="733" b="1"/>
            </a:lvl5pPr>
          </a:lstStyle>
          <a:p>
            <a:pPr lvl="0"/>
            <a:r>
              <a:rPr lang="en-US" dirty="0"/>
              <a:t>Click to edit Master text styles</a:t>
            </a:r>
          </a:p>
        </p:txBody>
      </p:sp>
    </p:spTree>
    <p:extLst>
      <p:ext uri="{BB962C8B-B14F-4D97-AF65-F5344CB8AC3E}">
        <p14:creationId xmlns:p14="http://schemas.microsoft.com/office/powerpoint/2010/main" val="1589020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ne Section Slide(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2203A-7A48-D43C-FF81-44998ED6C5A3}"/>
              </a:ext>
            </a:extLst>
          </p:cNvPr>
          <p:cNvSpPr>
            <a:spLocks noGrp="1"/>
          </p:cNvSpPr>
          <p:nvPr>
            <p:ph type="title"/>
          </p:nvPr>
        </p:nvSpPr>
        <p:spPr>
          <a:xfrm>
            <a:off x="935568" y="309034"/>
            <a:ext cx="4296832" cy="1923178"/>
          </a:xfrm>
        </p:spPr>
        <p:txBody>
          <a:bodyPr anchor="t"/>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5C925881-D985-DB50-2C2A-1DD30375D873}"/>
              </a:ext>
            </a:extLst>
          </p:cNvPr>
          <p:cNvSpPr>
            <a:spLocks noGrp="1"/>
          </p:cNvSpPr>
          <p:nvPr>
            <p:ph type="ftr" sz="quarter" idx="10"/>
          </p:nvPr>
        </p:nvSpPr>
        <p:spPr/>
        <p:txBody>
          <a:bodyPr/>
          <a:lstStyle>
            <a:lvl1pPr>
              <a:defRPr sz="1250"/>
            </a:lvl1pPr>
          </a:lstStyle>
          <a:p>
            <a:r>
              <a:rPr lang="en-ID" dirty="0"/>
              <a:t>PRESENTATION TITLE</a:t>
            </a:r>
          </a:p>
        </p:txBody>
      </p:sp>
      <p:sp>
        <p:nvSpPr>
          <p:cNvPr id="4" name="Slide Number Placeholder 3">
            <a:extLst>
              <a:ext uri="{FF2B5EF4-FFF2-40B4-BE49-F238E27FC236}">
                <a16:creationId xmlns:a16="http://schemas.microsoft.com/office/drawing/2014/main" id="{CEC8AEAE-CAB2-B08D-FDF5-65D952895D89}"/>
              </a:ext>
            </a:extLst>
          </p:cNvPr>
          <p:cNvSpPr>
            <a:spLocks noGrp="1"/>
          </p:cNvSpPr>
          <p:nvPr>
            <p:ph type="sldNum" sz="quarter" idx="11"/>
          </p:nvPr>
        </p:nvSpPr>
        <p:spPr/>
        <p:txBody>
          <a:bodyPr/>
          <a:lstStyle/>
          <a:p>
            <a:fld id="{F5342A4C-1D06-4798-B51F-D5804CA03D28}" type="slidenum">
              <a:rPr lang="en-ID" smtClean="0"/>
              <a:pPr/>
              <a:t>‹#›</a:t>
            </a:fld>
            <a:endParaRPr lang="en-ID" dirty="0"/>
          </a:p>
        </p:txBody>
      </p:sp>
      <p:sp>
        <p:nvSpPr>
          <p:cNvPr id="11" name="Text Placeholder 10">
            <a:extLst>
              <a:ext uri="{FF2B5EF4-FFF2-40B4-BE49-F238E27FC236}">
                <a16:creationId xmlns:a16="http://schemas.microsoft.com/office/drawing/2014/main" id="{B9ED7268-F0F7-7726-1714-4FFFA13C8634}"/>
              </a:ext>
            </a:extLst>
          </p:cNvPr>
          <p:cNvSpPr>
            <a:spLocks noGrp="1"/>
          </p:cNvSpPr>
          <p:nvPr>
            <p:ph type="body" sz="quarter" idx="15"/>
          </p:nvPr>
        </p:nvSpPr>
        <p:spPr>
          <a:xfrm>
            <a:off x="935568" y="2911366"/>
            <a:ext cx="4296833" cy="3637601"/>
          </a:xfrm>
        </p:spPr>
        <p:txBody>
          <a:bodyPr>
            <a:normAutofit/>
          </a:bodyPr>
          <a:lstStyle>
            <a:lvl1pPr>
              <a:defRPr sz="1400"/>
            </a:lvl1pPr>
            <a:lvl2pPr>
              <a:defRPr sz="933"/>
            </a:lvl2pPr>
            <a:lvl3pPr>
              <a:defRPr sz="800"/>
            </a:lvl3pPr>
            <a:lvl4pPr>
              <a:defRPr sz="733"/>
            </a:lvl4pPr>
            <a:lvl5pPr>
              <a:defRPr sz="733"/>
            </a:lvl5pPr>
          </a:lstStyle>
          <a:p>
            <a:pPr lvl="0"/>
            <a:r>
              <a:rPr lang="en-US" dirty="0"/>
              <a:t>Click to edit Master text styles</a:t>
            </a:r>
          </a:p>
        </p:txBody>
      </p:sp>
      <p:sp>
        <p:nvSpPr>
          <p:cNvPr id="10" name="Text Placeholder 10">
            <a:extLst>
              <a:ext uri="{FF2B5EF4-FFF2-40B4-BE49-F238E27FC236}">
                <a16:creationId xmlns:a16="http://schemas.microsoft.com/office/drawing/2014/main" id="{A2E70DB5-A605-C6D9-FAC7-F284C61688EE}"/>
              </a:ext>
            </a:extLst>
          </p:cNvPr>
          <p:cNvSpPr>
            <a:spLocks noGrp="1"/>
          </p:cNvSpPr>
          <p:nvPr>
            <p:ph type="body" sz="quarter" idx="16"/>
          </p:nvPr>
        </p:nvSpPr>
        <p:spPr>
          <a:xfrm>
            <a:off x="935567" y="2493734"/>
            <a:ext cx="4296831" cy="340659"/>
          </a:xfrm>
        </p:spPr>
        <p:txBody>
          <a:bodyPr anchor="b">
            <a:noAutofit/>
          </a:bodyPr>
          <a:lstStyle>
            <a:lvl1pPr>
              <a:defRPr sz="1450" b="1"/>
            </a:lvl1pPr>
            <a:lvl2pPr>
              <a:defRPr sz="933" b="1"/>
            </a:lvl2pPr>
            <a:lvl3pPr>
              <a:defRPr sz="800" b="1"/>
            </a:lvl3pPr>
            <a:lvl4pPr>
              <a:defRPr sz="733" b="1"/>
            </a:lvl4pPr>
            <a:lvl5pPr>
              <a:defRPr sz="733" b="1"/>
            </a:lvl5pPr>
          </a:lstStyle>
          <a:p>
            <a:pPr lvl="0"/>
            <a:r>
              <a:rPr lang="en-US" dirty="0"/>
              <a:t>Click to edit Master text styles</a:t>
            </a:r>
          </a:p>
        </p:txBody>
      </p:sp>
      <p:sp>
        <p:nvSpPr>
          <p:cNvPr id="9" name="Picture Placeholder 5">
            <a:extLst>
              <a:ext uri="{FF2B5EF4-FFF2-40B4-BE49-F238E27FC236}">
                <a16:creationId xmlns:a16="http://schemas.microsoft.com/office/drawing/2014/main" id="{6BC48F88-8D43-64A8-F42A-A485AD3D5EB2}"/>
              </a:ext>
            </a:extLst>
          </p:cNvPr>
          <p:cNvSpPr>
            <a:spLocks noGrp="1"/>
          </p:cNvSpPr>
          <p:nvPr>
            <p:ph type="pic" sz="quarter" idx="17"/>
          </p:nvPr>
        </p:nvSpPr>
        <p:spPr>
          <a:xfrm>
            <a:off x="5505139" y="309034"/>
            <a:ext cx="5751293" cy="3119967"/>
          </a:xfrm>
        </p:spPr>
        <p:txBody>
          <a:bodyPr/>
          <a:lstStyle/>
          <a:p>
            <a:endParaRPr lang="en-ID" dirty="0"/>
          </a:p>
        </p:txBody>
      </p:sp>
      <p:sp>
        <p:nvSpPr>
          <p:cNvPr id="15" name="Picture Placeholder 5">
            <a:extLst>
              <a:ext uri="{FF2B5EF4-FFF2-40B4-BE49-F238E27FC236}">
                <a16:creationId xmlns:a16="http://schemas.microsoft.com/office/drawing/2014/main" id="{2DB518C0-88B6-2B6B-0286-3B6B690D72FA}"/>
              </a:ext>
            </a:extLst>
          </p:cNvPr>
          <p:cNvSpPr>
            <a:spLocks noGrp="1"/>
          </p:cNvSpPr>
          <p:nvPr>
            <p:ph type="pic" sz="quarter" idx="19"/>
          </p:nvPr>
        </p:nvSpPr>
        <p:spPr>
          <a:xfrm>
            <a:off x="5505139" y="3647367"/>
            <a:ext cx="2712072" cy="2901600"/>
          </a:xfrm>
        </p:spPr>
        <p:txBody>
          <a:bodyPr/>
          <a:lstStyle/>
          <a:p>
            <a:endParaRPr lang="en-ID" dirty="0"/>
          </a:p>
        </p:txBody>
      </p:sp>
      <p:sp>
        <p:nvSpPr>
          <p:cNvPr id="5" name="Picture Placeholder 5">
            <a:extLst>
              <a:ext uri="{FF2B5EF4-FFF2-40B4-BE49-F238E27FC236}">
                <a16:creationId xmlns:a16="http://schemas.microsoft.com/office/drawing/2014/main" id="{6B3DA3C3-F2B0-9F57-D226-9AE48F2D4313}"/>
              </a:ext>
            </a:extLst>
          </p:cNvPr>
          <p:cNvSpPr>
            <a:spLocks noGrp="1"/>
          </p:cNvSpPr>
          <p:nvPr>
            <p:ph type="pic" sz="quarter" idx="20"/>
          </p:nvPr>
        </p:nvSpPr>
        <p:spPr>
          <a:xfrm>
            <a:off x="8544360" y="3647367"/>
            <a:ext cx="2712072" cy="2901600"/>
          </a:xfrm>
        </p:spPr>
        <p:txBody>
          <a:bodyPr/>
          <a:lstStyle/>
          <a:p>
            <a:endParaRPr lang="en-ID"/>
          </a:p>
        </p:txBody>
      </p:sp>
    </p:spTree>
    <p:extLst>
      <p:ext uri="{BB962C8B-B14F-4D97-AF65-F5344CB8AC3E}">
        <p14:creationId xmlns:p14="http://schemas.microsoft.com/office/powerpoint/2010/main" val="213765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Section Slide(7)">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925881-D985-DB50-2C2A-1DD30375D873}"/>
              </a:ext>
            </a:extLst>
          </p:cNvPr>
          <p:cNvSpPr>
            <a:spLocks noGrp="1"/>
          </p:cNvSpPr>
          <p:nvPr>
            <p:ph type="ftr" sz="quarter" idx="10"/>
          </p:nvPr>
        </p:nvSpPr>
        <p:spPr/>
        <p:txBody>
          <a:bodyPr/>
          <a:lstStyle>
            <a:lvl1pPr>
              <a:defRPr sz="1250"/>
            </a:lvl1pPr>
          </a:lstStyle>
          <a:p>
            <a:r>
              <a:rPr lang="en-ID" dirty="0"/>
              <a:t>PRESENTATION TITLE</a:t>
            </a:r>
          </a:p>
        </p:txBody>
      </p:sp>
      <p:sp>
        <p:nvSpPr>
          <p:cNvPr id="4" name="Slide Number Placeholder 3">
            <a:extLst>
              <a:ext uri="{FF2B5EF4-FFF2-40B4-BE49-F238E27FC236}">
                <a16:creationId xmlns:a16="http://schemas.microsoft.com/office/drawing/2014/main" id="{CEC8AEAE-CAB2-B08D-FDF5-65D952895D89}"/>
              </a:ext>
            </a:extLst>
          </p:cNvPr>
          <p:cNvSpPr>
            <a:spLocks noGrp="1"/>
          </p:cNvSpPr>
          <p:nvPr>
            <p:ph type="sldNum" sz="quarter" idx="11"/>
          </p:nvPr>
        </p:nvSpPr>
        <p:spPr/>
        <p:txBody>
          <a:bodyPr/>
          <a:lstStyle/>
          <a:p>
            <a:fld id="{F5342A4C-1D06-4798-B51F-D5804CA03D28}" type="slidenum">
              <a:rPr lang="en-ID" smtClean="0"/>
              <a:pPr/>
              <a:t>‹#›</a:t>
            </a:fld>
            <a:endParaRPr lang="en-ID" dirty="0"/>
          </a:p>
        </p:txBody>
      </p:sp>
      <p:sp>
        <p:nvSpPr>
          <p:cNvPr id="9" name="Picture Placeholder 5">
            <a:extLst>
              <a:ext uri="{FF2B5EF4-FFF2-40B4-BE49-F238E27FC236}">
                <a16:creationId xmlns:a16="http://schemas.microsoft.com/office/drawing/2014/main" id="{6BC48F88-8D43-64A8-F42A-A485AD3D5EB2}"/>
              </a:ext>
            </a:extLst>
          </p:cNvPr>
          <p:cNvSpPr>
            <a:spLocks noGrp="1"/>
          </p:cNvSpPr>
          <p:nvPr>
            <p:ph type="pic" sz="quarter" idx="17"/>
          </p:nvPr>
        </p:nvSpPr>
        <p:spPr>
          <a:xfrm>
            <a:off x="935567" y="309033"/>
            <a:ext cx="10320867" cy="2905063"/>
          </a:xfrm>
        </p:spPr>
        <p:txBody>
          <a:bodyPr/>
          <a:lstStyle/>
          <a:p>
            <a:endParaRPr lang="en-ID" dirty="0"/>
          </a:p>
        </p:txBody>
      </p:sp>
      <p:sp>
        <p:nvSpPr>
          <p:cNvPr id="11" name="Title 1">
            <a:extLst>
              <a:ext uri="{FF2B5EF4-FFF2-40B4-BE49-F238E27FC236}">
                <a16:creationId xmlns:a16="http://schemas.microsoft.com/office/drawing/2014/main" id="{4854DD50-444B-9D88-39F7-81FC54FA3210}"/>
              </a:ext>
            </a:extLst>
          </p:cNvPr>
          <p:cNvSpPr>
            <a:spLocks noGrp="1"/>
          </p:cNvSpPr>
          <p:nvPr>
            <p:ph type="title"/>
          </p:nvPr>
        </p:nvSpPr>
        <p:spPr>
          <a:xfrm>
            <a:off x="935567" y="3433483"/>
            <a:ext cx="10320867" cy="766731"/>
          </a:xfrm>
        </p:spPr>
        <p:txBody>
          <a:bodyPr anchor="t"/>
          <a:lstStyle/>
          <a:p>
            <a:r>
              <a:rPr lang="en-US" dirty="0"/>
              <a:t>Click to edit Master title style</a:t>
            </a:r>
            <a:endParaRPr lang="en-ID" dirty="0"/>
          </a:p>
        </p:txBody>
      </p:sp>
      <p:sp>
        <p:nvSpPr>
          <p:cNvPr id="13" name="Text Placeholder 10">
            <a:extLst>
              <a:ext uri="{FF2B5EF4-FFF2-40B4-BE49-F238E27FC236}">
                <a16:creationId xmlns:a16="http://schemas.microsoft.com/office/drawing/2014/main" id="{16309A00-0506-47CA-3E59-D8B851225715}"/>
              </a:ext>
            </a:extLst>
          </p:cNvPr>
          <p:cNvSpPr>
            <a:spLocks noGrp="1"/>
          </p:cNvSpPr>
          <p:nvPr>
            <p:ph type="body" sz="quarter" idx="15"/>
          </p:nvPr>
        </p:nvSpPr>
        <p:spPr>
          <a:xfrm>
            <a:off x="935567" y="4867836"/>
            <a:ext cx="10320867" cy="1681131"/>
          </a:xfrm>
        </p:spPr>
        <p:txBody>
          <a:bodyPr>
            <a:normAutofit/>
          </a:bodyPr>
          <a:lstStyle>
            <a:lvl1pPr>
              <a:defRPr sz="1400"/>
            </a:lvl1pPr>
            <a:lvl2pPr>
              <a:defRPr sz="933"/>
            </a:lvl2pPr>
            <a:lvl3pPr>
              <a:defRPr sz="800"/>
            </a:lvl3pPr>
            <a:lvl4pPr>
              <a:defRPr sz="733"/>
            </a:lvl4pPr>
            <a:lvl5pPr>
              <a:defRPr sz="733"/>
            </a:lvl5pPr>
          </a:lstStyle>
          <a:p>
            <a:pPr lvl="0"/>
            <a:r>
              <a:rPr lang="en-US" dirty="0"/>
              <a:t>Click to edit Master text styles</a:t>
            </a:r>
          </a:p>
        </p:txBody>
      </p:sp>
      <p:sp>
        <p:nvSpPr>
          <p:cNvPr id="17" name="Text Placeholder 10">
            <a:extLst>
              <a:ext uri="{FF2B5EF4-FFF2-40B4-BE49-F238E27FC236}">
                <a16:creationId xmlns:a16="http://schemas.microsoft.com/office/drawing/2014/main" id="{C8F78082-CAA6-773A-0FBC-201F6D53E84C}"/>
              </a:ext>
            </a:extLst>
          </p:cNvPr>
          <p:cNvSpPr>
            <a:spLocks noGrp="1"/>
          </p:cNvSpPr>
          <p:nvPr>
            <p:ph type="body" sz="quarter" idx="16"/>
          </p:nvPr>
        </p:nvSpPr>
        <p:spPr>
          <a:xfrm>
            <a:off x="935567" y="4419600"/>
            <a:ext cx="10320867" cy="340659"/>
          </a:xfrm>
        </p:spPr>
        <p:txBody>
          <a:bodyPr anchor="b">
            <a:noAutofit/>
          </a:bodyPr>
          <a:lstStyle>
            <a:lvl1pPr>
              <a:defRPr sz="1450" b="1"/>
            </a:lvl1pPr>
            <a:lvl2pPr>
              <a:defRPr sz="933" b="1"/>
            </a:lvl2pPr>
            <a:lvl3pPr>
              <a:defRPr sz="800" b="1"/>
            </a:lvl3pPr>
            <a:lvl4pPr>
              <a:defRPr sz="733" b="1"/>
            </a:lvl4pPr>
            <a:lvl5pPr>
              <a:defRPr sz="733" b="1"/>
            </a:lvl5pPr>
          </a:lstStyle>
          <a:p>
            <a:pPr lvl="0"/>
            <a:r>
              <a:rPr lang="en-US" dirty="0"/>
              <a:t>Click to edit Master text styles</a:t>
            </a:r>
          </a:p>
        </p:txBody>
      </p:sp>
    </p:spTree>
    <p:extLst>
      <p:ext uri="{BB962C8B-B14F-4D97-AF65-F5344CB8AC3E}">
        <p14:creationId xmlns:p14="http://schemas.microsoft.com/office/powerpoint/2010/main" val="55304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ne Section Slide(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BFEF5-5A2D-826B-D61A-DDFCC748CA28}"/>
              </a:ext>
            </a:extLst>
          </p:cNvPr>
          <p:cNvSpPr>
            <a:spLocks noGrp="1"/>
          </p:cNvSpPr>
          <p:nvPr>
            <p:ph type="title"/>
          </p:nvPr>
        </p:nvSpPr>
        <p:spPr>
          <a:xfrm>
            <a:off x="946149" y="309034"/>
            <a:ext cx="10308000" cy="859200"/>
          </a:xfrm>
        </p:spPr>
        <p:txBody>
          <a:bodyPr anchor="t"/>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2FD54168-C670-B102-70D9-209BBF27F9E3}"/>
              </a:ext>
            </a:extLst>
          </p:cNvPr>
          <p:cNvSpPr>
            <a:spLocks noGrp="1"/>
          </p:cNvSpPr>
          <p:nvPr>
            <p:ph type="ftr" sz="quarter" idx="10"/>
          </p:nvPr>
        </p:nvSpPr>
        <p:spPr/>
        <p:txBody>
          <a:bodyPr/>
          <a:lstStyle>
            <a:lvl1pPr>
              <a:defRPr sz="1250"/>
            </a:lvl1pPr>
          </a:lstStyle>
          <a:p>
            <a:r>
              <a:rPr lang="en-ID" dirty="0"/>
              <a:t>PRESENTATION TITLE</a:t>
            </a:r>
          </a:p>
        </p:txBody>
      </p:sp>
      <p:sp>
        <p:nvSpPr>
          <p:cNvPr id="4" name="Slide Number Placeholder 3">
            <a:extLst>
              <a:ext uri="{FF2B5EF4-FFF2-40B4-BE49-F238E27FC236}">
                <a16:creationId xmlns:a16="http://schemas.microsoft.com/office/drawing/2014/main" id="{0A1E5A35-45E6-A151-7A6F-C8CFB39AE640}"/>
              </a:ext>
            </a:extLst>
          </p:cNvPr>
          <p:cNvSpPr>
            <a:spLocks noGrp="1"/>
          </p:cNvSpPr>
          <p:nvPr>
            <p:ph type="sldNum" sz="quarter" idx="11"/>
          </p:nvPr>
        </p:nvSpPr>
        <p:spPr/>
        <p:txBody>
          <a:bodyPr/>
          <a:lstStyle/>
          <a:p>
            <a:fld id="{F5342A4C-1D06-4798-B51F-D5804CA03D28}" type="slidenum">
              <a:rPr lang="en-ID" smtClean="0"/>
              <a:pPr/>
              <a:t>‹#›</a:t>
            </a:fld>
            <a:endParaRPr lang="en-ID" dirty="0"/>
          </a:p>
        </p:txBody>
      </p:sp>
      <p:sp>
        <p:nvSpPr>
          <p:cNvPr id="5" name="Picture Placeholder 5">
            <a:extLst>
              <a:ext uri="{FF2B5EF4-FFF2-40B4-BE49-F238E27FC236}">
                <a16:creationId xmlns:a16="http://schemas.microsoft.com/office/drawing/2014/main" id="{1351D61F-63AA-89E8-6518-7ACE022722B3}"/>
              </a:ext>
            </a:extLst>
          </p:cNvPr>
          <p:cNvSpPr>
            <a:spLocks noGrp="1"/>
          </p:cNvSpPr>
          <p:nvPr>
            <p:ph type="pic" sz="quarter" idx="17"/>
          </p:nvPr>
        </p:nvSpPr>
        <p:spPr>
          <a:xfrm>
            <a:off x="948433" y="3573518"/>
            <a:ext cx="10308000" cy="2975449"/>
          </a:xfrm>
        </p:spPr>
        <p:txBody>
          <a:bodyPr/>
          <a:lstStyle/>
          <a:p>
            <a:endParaRPr lang="en-ID" dirty="0"/>
          </a:p>
        </p:txBody>
      </p:sp>
      <p:sp>
        <p:nvSpPr>
          <p:cNvPr id="6" name="Text Placeholder 10">
            <a:extLst>
              <a:ext uri="{FF2B5EF4-FFF2-40B4-BE49-F238E27FC236}">
                <a16:creationId xmlns:a16="http://schemas.microsoft.com/office/drawing/2014/main" id="{8C1BA054-3952-CDA3-9D89-933F800FB102}"/>
              </a:ext>
            </a:extLst>
          </p:cNvPr>
          <p:cNvSpPr>
            <a:spLocks noGrp="1"/>
          </p:cNvSpPr>
          <p:nvPr>
            <p:ph type="body" sz="quarter" idx="15"/>
          </p:nvPr>
        </p:nvSpPr>
        <p:spPr>
          <a:xfrm>
            <a:off x="946149" y="1911225"/>
            <a:ext cx="10310284" cy="1517775"/>
          </a:xfrm>
        </p:spPr>
        <p:txBody>
          <a:bodyPr>
            <a:normAutofit/>
          </a:bodyPr>
          <a:lstStyle>
            <a:lvl1pPr>
              <a:defRPr sz="1400"/>
            </a:lvl1pPr>
            <a:lvl2pPr>
              <a:defRPr sz="933"/>
            </a:lvl2pPr>
            <a:lvl3pPr>
              <a:defRPr sz="800"/>
            </a:lvl3pPr>
            <a:lvl4pPr>
              <a:defRPr sz="733"/>
            </a:lvl4pPr>
            <a:lvl5pPr>
              <a:defRPr sz="733"/>
            </a:lvl5pPr>
          </a:lstStyle>
          <a:p>
            <a:pPr lvl="0"/>
            <a:r>
              <a:rPr lang="en-US" dirty="0"/>
              <a:t>Click to edit Master text styles</a:t>
            </a:r>
          </a:p>
        </p:txBody>
      </p:sp>
      <p:sp>
        <p:nvSpPr>
          <p:cNvPr id="7" name="Text Placeholder 10">
            <a:extLst>
              <a:ext uri="{FF2B5EF4-FFF2-40B4-BE49-F238E27FC236}">
                <a16:creationId xmlns:a16="http://schemas.microsoft.com/office/drawing/2014/main" id="{5802F3D3-268D-28AC-3B6A-BCE1B432EE17}"/>
              </a:ext>
            </a:extLst>
          </p:cNvPr>
          <p:cNvSpPr>
            <a:spLocks noGrp="1"/>
          </p:cNvSpPr>
          <p:nvPr>
            <p:ph type="body" sz="quarter" idx="16"/>
          </p:nvPr>
        </p:nvSpPr>
        <p:spPr>
          <a:xfrm>
            <a:off x="946149" y="1426049"/>
            <a:ext cx="10308000" cy="340659"/>
          </a:xfrm>
        </p:spPr>
        <p:txBody>
          <a:bodyPr anchor="b">
            <a:noAutofit/>
          </a:bodyPr>
          <a:lstStyle>
            <a:lvl1pPr>
              <a:defRPr sz="1450" b="1"/>
            </a:lvl1pPr>
            <a:lvl2pPr>
              <a:defRPr sz="933" b="1"/>
            </a:lvl2pPr>
            <a:lvl3pPr>
              <a:defRPr sz="800" b="1"/>
            </a:lvl3pPr>
            <a:lvl4pPr>
              <a:defRPr sz="733" b="1"/>
            </a:lvl4pPr>
            <a:lvl5pPr>
              <a:defRPr sz="733" b="1"/>
            </a:lvl5pPr>
          </a:lstStyle>
          <a:p>
            <a:pPr lvl="0"/>
            <a:r>
              <a:rPr lang="en-US" dirty="0"/>
              <a:t>Click to edit Master text styles</a:t>
            </a:r>
          </a:p>
        </p:txBody>
      </p:sp>
    </p:spTree>
    <p:extLst>
      <p:ext uri="{BB962C8B-B14F-4D97-AF65-F5344CB8AC3E}">
        <p14:creationId xmlns:p14="http://schemas.microsoft.com/office/powerpoint/2010/main" val="3572809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Sections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2203A-7A48-D43C-FF81-44998ED6C5A3}"/>
              </a:ext>
            </a:extLst>
          </p:cNvPr>
          <p:cNvSpPr>
            <a:spLocks noGrp="1"/>
          </p:cNvSpPr>
          <p:nvPr>
            <p:ph type="title" hasCustomPrompt="1"/>
          </p:nvPr>
        </p:nvSpPr>
        <p:spPr>
          <a:xfrm>
            <a:off x="946149" y="309034"/>
            <a:ext cx="10310284" cy="856379"/>
          </a:xfrm>
        </p:spPr>
        <p:txBody>
          <a:bodyPr anchor="b"/>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5C925881-D985-DB50-2C2A-1DD30375D873}"/>
              </a:ext>
            </a:extLst>
          </p:cNvPr>
          <p:cNvSpPr>
            <a:spLocks noGrp="1"/>
          </p:cNvSpPr>
          <p:nvPr>
            <p:ph type="ftr" sz="quarter" idx="10"/>
          </p:nvPr>
        </p:nvSpPr>
        <p:spPr/>
        <p:txBody>
          <a:bodyPr/>
          <a:lstStyle>
            <a:lvl1pPr>
              <a:defRPr sz="1250"/>
            </a:lvl1pPr>
          </a:lstStyle>
          <a:p>
            <a:r>
              <a:rPr lang="en-ID" dirty="0"/>
              <a:t>PRESENTATION TITLE</a:t>
            </a:r>
          </a:p>
        </p:txBody>
      </p:sp>
      <p:sp>
        <p:nvSpPr>
          <p:cNvPr id="4" name="Slide Number Placeholder 3">
            <a:extLst>
              <a:ext uri="{FF2B5EF4-FFF2-40B4-BE49-F238E27FC236}">
                <a16:creationId xmlns:a16="http://schemas.microsoft.com/office/drawing/2014/main" id="{CEC8AEAE-CAB2-B08D-FDF5-65D952895D89}"/>
              </a:ext>
            </a:extLst>
          </p:cNvPr>
          <p:cNvSpPr>
            <a:spLocks noGrp="1"/>
          </p:cNvSpPr>
          <p:nvPr>
            <p:ph type="sldNum" sz="quarter" idx="11"/>
          </p:nvPr>
        </p:nvSpPr>
        <p:spPr/>
        <p:txBody>
          <a:bodyPr/>
          <a:lstStyle/>
          <a:p>
            <a:fld id="{F5342A4C-1D06-4798-B51F-D5804CA03D28}" type="slidenum">
              <a:rPr lang="en-ID" smtClean="0"/>
              <a:pPr/>
              <a:t>‹#›</a:t>
            </a:fld>
            <a:endParaRPr lang="en-ID" dirty="0"/>
          </a:p>
        </p:txBody>
      </p:sp>
      <p:sp>
        <p:nvSpPr>
          <p:cNvPr id="6" name="Picture Placeholder 5">
            <a:extLst>
              <a:ext uri="{FF2B5EF4-FFF2-40B4-BE49-F238E27FC236}">
                <a16:creationId xmlns:a16="http://schemas.microsoft.com/office/drawing/2014/main" id="{B983C41E-9E62-2649-ECE4-9DA270EF6269}"/>
              </a:ext>
            </a:extLst>
          </p:cNvPr>
          <p:cNvSpPr>
            <a:spLocks noGrp="1"/>
          </p:cNvSpPr>
          <p:nvPr>
            <p:ph type="pic" sz="quarter" idx="12"/>
          </p:nvPr>
        </p:nvSpPr>
        <p:spPr>
          <a:xfrm>
            <a:off x="946149" y="1534429"/>
            <a:ext cx="2850528" cy="2850528"/>
          </a:xfrm>
        </p:spPr>
        <p:txBody>
          <a:bodyPr/>
          <a:lstStyle/>
          <a:p>
            <a:endParaRPr lang="en-ID" dirty="0"/>
          </a:p>
        </p:txBody>
      </p:sp>
      <p:sp>
        <p:nvSpPr>
          <p:cNvPr id="8" name="Picture Placeholder 5">
            <a:extLst>
              <a:ext uri="{FF2B5EF4-FFF2-40B4-BE49-F238E27FC236}">
                <a16:creationId xmlns:a16="http://schemas.microsoft.com/office/drawing/2014/main" id="{0BC856CB-7EF7-0686-67C3-F4FDED157CB8}"/>
              </a:ext>
            </a:extLst>
          </p:cNvPr>
          <p:cNvSpPr>
            <a:spLocks noGrp="1"/>
          </p:cNvSpPr>
          <p:nvPr>
            <p:ph type="pic" sz="quarter" idx="13"/>
          </p:nvPr>
        </p:nvSpPr>
        <p:spPr>
          <a:xfrm>
            <a:off x="4212602" y="1534429"/>
            <a:ext cx="2850528" cy="2850528"/>
          </a:xfrm>
        </p:spPr>
        <p:txBody>
          <a:bodyPr/>
          <a:lstStyle/>
          <a:p>
            <a:endParaRPr lang="en-ID"/>
          </a:p>
        </p:txBody>
      </p:sp>
      <p:sp>
        <p:nvSpPr>
          <p:cNvPr id="11" name="Text Placeholder 10">
            <a:extLst>
              <a:ext uri="{FF2B5EF4-FFF2-40B4-BE49-F238E27FC236}">
                <a16:creationId xmlns:a16="http://schemas.microsoft.com/office/drawing/2014/main" id="{B9ED7268-F0F7-7726-1714-4FFFA13C8634}"/>
              </a:ext>
            </a:extLst>
          </p:cNvPr>
          <p:cNvSpPr>
            <a:spLocks noGrp="1"/>
          </p:cNvSpPr>
          <p:nvPr>
            <p:ph type="body" sz="quarter" idx="15"/>
          </p:nvPr>
        </p:nvSpPr>
        <p:spPr>
          <a:xfrm>
            <a:off x="946149" y="4993532"/>
            <a:ext cx="10303200" cy="1555435"/>
          </a:xfrm>
        </p:spPr>
        <p:txBody>
          <a:bodyPr>
            <a:normAutofit/>
          </a:bodyPr>
          <a:lstStyle>
            <a:lvl1pPr>
              <a:defRPr sz="1400"/>
            </a:lvl1pPr>
            <a:lvl2pPr>
              <a:defRPr sz="933"/>
            </a:lvl2pPr>
            <a:lvl3pPr>
              <a:defRPr sz="800"/>
            </a:lvl3pPr>
            <a:lvl4pPr>
              <a:defRPr sz="733"/>
            </a:lvl4pPr>
            <a:lvl5pPr>
              <a:defRPr sz="733"/>
            </a:lvl5pPr>
          </a:lstStyle>
          <a:p>
            <a:pPr lvl="0"/>
            <a:r>
              <a:rPr lang="en-US" dirty="0"/>
              <a:t>Click to edit Master text styles</a:t>
            </a:r>
          </a:p>
        </p:txBody>
      </p:sp>
      <p:sp>
        <p:nvSpPr>
          <p:cNvPr id="10" name="Text Placeholder 10">
            <a:extLst>
              <a:ext uri="{FF2B5EF4-FFF2-40B4-BE49-F238E27FC236}">
                <a16:creationId xmlns:a16="http://schemas.microsoft.com/office/drawing/2014/main" id="{D2429B91-076E-CB50-170D-FC4795E0F3E7}"/>
              </a:ext>
            </a:extLst>
          </p:cNvPr>
          <p:cNvSpPr>
            <a:spLocks noGrp="1"/>
          </p:cNvSpPr>
          <p:nvPr>
            <p:ph type="body" sz="quarter" idx="17"/>
          </p:nvPr>
        </p:nvSpPr>
        <p:spPr>
          <a:xfrm>
            <a:off x="7479055" y="2014070"/>
            <a:ext cx="3777379" cy="2382529"/>
          </a:xfrm>
        </p:spPr>
        <p:txBody>
          <a:bodyPr>
            <a:normAutofit/>
          </a:bodyPr>
          <a:lstStyle>
            <a:lvl1pPr>
              <a:defRPr sz="1400"/>
            </a:lvl1pPr>
            <a:lvl2pPr>
              <a:defRPr sz="933"/>
            </a:lvl2pPr>
            <a:lvl3pPr>
              <a:defRPr sz="800"/>
            </a:lvl3pPr>
            <a:lvl4pPr>
              <a:defRPr sz="733"/>
            </a:lvl4pPr>
            <a:lvl5pPr>
              <a:defRPr sz="733"/>
            </a:lvl5pPr>
          </a:lstStyle>
          <a:p>
            <a:pPr lvl="0"/>
            <a:r>
              <a:rPr lang="en-US" dirty="0"/>
              <a:t>Click to edit Master text styles</a:t>
            </a:r>
          </a:p>
        </p:txBody>
      </p:sp>
      <p:sp>
        <p:nvSpPr>
          <p:cNvPr id="5" name="Text Placeholder 10">
            <a:extLst>
              <a:ext uri="{FF2B5EF4-FFF2-40B4-BE49-F238E27FC236}">
                <a16:creationId xmlns:a16="http://schemas.microsoft.com/office/drawing/2014/main" id="{744BECA6-9305-F88E-F90F-0C35FF17C816}"/>
              </a:ext>
            </a:extLst>
          </p:cNvPr>
          <p:cNvSpPr>
            <a:spLocks noGrp="1"/>
          </p:cNvSpPr>
          <p:nvPr>
            <p:ph type="body" sz="quarter" idx="16"/>
          </p:nvPr>
        </p:nvSpPr>
        <p:spPr>
          <a:xfrm>
            <a:off x="946149" y="4606931"/>
            <a:ext cx="10303200" cy="340659"/>
          </a:xfrm>
        </p:spPr>
        <p:txBody>
          <a:bodyPr anchor="b">
            <a:noAutofit/>
          </a:bodyPr>
          <a:lstStyle>
            <a:lvl1pPr>
              <a:defRPr sz="1450" b="1"/>
            </a:lvl1pPr>
            <a:lvl2pPr>
              <a:defRPr sz="933" b="1"/>
            </a:lvl2pPr>
            <a:lvl3pPr>
              <a:defRPr sz="800" b="1"/>
            </a:lvl3pPr>
            <a:lvl4pPr>
              <a:defRPr sz="733" b="1"/>
            </a:lvl4pPr>
            <a:lvl5pPr>
              <a:defRPr sz="733" b="1"/>
            </a:lvl5pPr>
          </a:lstStyle>
          <a:p>
            <a:pPr lvl="0"/>
            <a:r>
              <a:rPr lang="en-US" dirty="0"/>
              <a:t>Click to edit Master text styles</a:t>
            </a:r>
          </a:p>
        </p:txBody>
      </p:sp>
      <p:sp>
        <p:nvSpPr>
          <p:cNvPr id="7" name="Text Placeholder 10">
            <a:extLst>
              <a:ext uri="{FF2B5EF4-FFF2-40B4-BE49-F238E27FC236}">
                <a16:creationId xmlns:a16="http://schemas.microsoft.com/office/drawing/2014/main" id="{6028CAA3-FE49-641C-4C7C-6A8643CDAFCC}"/>
              </a:ext>
            </a:extLst>
          </p:cNvPr>
          <p:cNvSpPr>
            <a:spLocks noGrp="1"/>
          </p:cNvSpPr>
          <p:nvPr>
            <p:ph type="body" sz="quarter" idx="18"/>
          </p:nvPr>
        </p:nvSpPr>
        <p:spPr>
          <a:xfrm>
            <a:off x="7479054" y="1528887"/>
            <a:ext cx="3777379" cy="340659"/>
          </a:xfrm>
        </p:spPr>
        <p:txBody>
          <a:bodyPr anchor="b">
            <a:noAutofit/>
          </a:bodyPr>
          <a:lstStyle>
            <a:lvl1pPr>
              <a:defRPr sz="1450" b="1"/>
            </a:lvl1pPr>
            <a:lvl2pPr>
              <a:defRPr sz="933" b="1"/>
            </a:lvl2pPr>
            <a:lvl3pPr>
              <a:defRPr sz="800" b="1"/>
            </a:lvl3pPr>
            <a:lvl4pPr>
              <a:defRPr sz="733" b="1"/>
            </a:lvl4pPr>
            <a:lvl5pPr>
              <a:defRPr sz="733" b="1"/>
            </a:lvl5pPr>
          </a:lstStyle>
          <a:p>
            <a:pPr lvl="0"/>
            <a:r>
              <a:rPr lang="en-US" dirty="0"/>
              <a:t>Click to edit Master text styles</a:t>
            </a:r>
          </a:p>
        </p:txBody>
      </p:sp>
    </p:spTree>
    <p:extLst>
      <p:ext uri="{BB962C8B-B14F-4D97-AF65-F5344CB8AC3E}">
        <p14:creationId xmlns:p14="http://schemas.microsoft.com/office/powerpoint/2010/main" val="2261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Sections Slide(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2203A-7A48-D43C-FF81-44998ED6C5A3}"/>
              </a:ext>
            </a:extLst>
          </p:cNvPr>
          <p:cNvSpPr>
            <a:spLocks noGrp="1"/>
          </p:cNvSpPr>
          <p:nvPr>
            <p:ph type="title"/>
          </p:nvPr>
        </p:nvSpPr>
        <p:spPr>
          <a:xfrm>
            <a:off x="6096001" y="310284"/>
            <a:ext cx="5139341" cy="2644553"/>
          </a:xfrm>
        </p:spPr>
        <p:txBody>
          <a:bodyPr lIns="72000" anchor="t"/>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5C925881-D985-DB50-2C2A-1DD30375D873}"/>
              </a:ext>
            </a:extLst>
          </p:cNvPr>
          <p:cNvSpPr>
            <a:spLocks noGrp="1"/>
          </p:cNvSpPr>
          <p:nvPr>
            <p:ph type="ftr" sz="quarter" idx="10"/>
          </p:nvPr>
        </p:nvSpPr>
        <p:spPr/>
        <p:txBody>
          <a:bodyPr/>
          <a:lstStyle>
            <a:lvl1pPr>
              <a:defRPr sz="1250"/>
            </a:lvl1pPr>
          </a:lstStyle>
          <a:p>
            <a:r>
              <a:rPr lang="en-ID" dirty="0"/>
              <a:t>PRESENTATION TITLE</a:t>
            </a:r>
          </a:p>
        </p:txBody>
      </p:sp>
      <p:sp>
        <p:nvSpPr>
          <p:cNvPr id="4" name="Slide Number Placeholder 3">
            <a:extLst>
              <a:ext uri="{FF2B5EF4-FFF2-40B4-BE49-F238E27FC236}">
                <a16:creationId xmlns:a16="http://schemas.microsoft.com/office/drawing/2014/main" id="{CEC8AEAE-CAB2-B08D-FDF5-65D952895D89}"/>
              </a:ext>
            </a:extLst>
          </p:cNvPr>
          <p:cNvSpPr>
            <a:spLocks noGrp="1"/>
          </p:cNvSpPr>
          <p:nvPr>
            <p:ph type="sldNum" sz="quarter" idx="11"/>
          </p:nvPr>
        </p:nvSpPr>
        <p:spPr/>
        <p:txBody>
          <a:bodyPr/>
          <a:lstStyle/>
          <a:p>
            <a:fld id="{F5342A4C-1D06-4798-B51F-D5804CA03D28}" type="slidenum">
              <a:rPr lang="en-ID" smtClean="0"/>
              <a:pPr/>
              <a:t>‹#›</a:t>
            </a:fld>
            <a:endParaRPr lang="en-ID" dirty="0"/>
          </a:p>
        </p:txBody>
      </p:sp>
      <p:sp>
        <p:nvSpPr>
          <p:cNvPr id="11" name="Text Placeholder 10">
            <a:extLst>
              <a:ext uri="{FF2B5EF4-FFF2-40B4-BE49-F238E27FC236}">
                <a16:creationId xmlns:a16="http://schemas.microsoft.com/office/drawing/2014/main" id="{B9ED7268-F0F7-7726-1714-4FFFA13C8634}"/>
              </a:ext>
            </a:extLst>
          </p:cNvPr>
          <p:cNvSpPr>
            <a:spLocks noGrp="1"/>
          </p:cNvSpPr>
          <p:nvPr>
            <p:ph type="body" sz="quarter" idx="15"/>
          </p:nvPr>
        </p:nvSpPr>
        <p:spPr>
          <a:xfrm>
            <a:off x="6490447" y="3506233"/>
            <a:ext cx="4755405" cy="3042733"/>
          </a:xfrm>
        </p:spPr>
        <p:txBody>
          <a:bodyPr>
            <a:normAutofit/>
          </a:bodyPr>
          <a:lstStyle>
            <a:lvl1pPr>
              <a:defRPr sz="1400"/>
            </a:lvl1pPr>
            <a:lvl2pPr>
              <a:defRPr sz="933"/>
            </a:lvl2pPr>
            <a:lvl3pPr>
              <a:defRPr sz="800"/>
            </a:lvl3pPr>
            <a:lvl4pPr>
              <a:defRPr sz="733"/>
            </a:lvl4pPr>
            <a:lvl5pPr>
              <a:defRPr sz="733"/>
            </a:lvl5pPr>
          </a:lstStyle>
          <a:p>
            <a:pPr lvl="0"/>
            <a:r>
              <a:rPr lang="en-US" dirty="0"/>
              <a:t>Click to edit Master text styles</a:t>
            </a:r>
          </a:p>
        </p:txBody>
      </p:sp>
      <p:sp>
        <p:nvSpPr>
          <p:cNvPr id="10" name="Text Placeholder 10">
            <a:extLst>
              <a:ext uri="{FF2B5EF4-FFF2-40B4-BE49-F238E27FC236}">
                <a16:creationId xmlns:a16="http://schemas.microsoft.com/office/drawing/2014/main" id="{A2E70DB5-A605-C6D9-FAC7-F284C61688EE}"/>
              </a:ext>
            </a:extLst>
          </p:cNvPr>
          <p:cNvSpPr>
            <a:spLocks noGrp="1"/>
          </p:cNvSpPr>
          <p:nvPr>
            <p:ph type="body" sz="quarter" idx="16"/>
          </p:nvPr>
        </p:nvSpPr>
        <p:spPr>
          <a:xfrm>
            <a:off x="6490447" y="3060205"/>
            <a:ext cx="4765987" cy="340659"/>
          </a:xfrm>
        </p:spPr>
        <p:txBody>
          <a:bodyPr anchor="b">
            <a:noAutofit/>
          </a:bodyPr>
          <a:lstStyle>
            <a:lvl1pPr>
              <a:defRPr sz="1450" b="1"/>
            </a:lvl1pPr>
            <a:lvl2pPr>
              <a:defRPr sz="933" b="1"/>
            </a:lvl2pPr>
            <a:lvl3pPr>
              <a:defRPr sz="800" b="1"/>
            </a:lvl3pPr>
            <a:lvl4pPr>
              <a:defRPr sz="733" b="1"/>
            </a:lvl4pPr>
            <a:lvl5pPr>
              <a:defRPr sz="733" b="1"/>
            </a:lvl5pPr>
          </a:lstStyle>
          <a:p>
            <a:pPr lvl="0"/>
            <a:r>
              <a:rPr lang="en-US" dirty="0"/>
              <a:t>Click to edit Master text styles</a:t>
            </a:r>
          </a:p>
        </p:txBody>
      </p:sp>
      <p:sp>
        <p:nvSpPr>
          <p:cNvPr id="15" name="Picture Placeholder 5">
            <a:extLst>
              <a:ext uri="{FF2B5EF4-FFF2-40B4-BE49-F238E27FC236}">
                <a16:creationId xmlns:a16="http://schemas.microsoft.com/office/drawing/2014/main" id="{8C682A16-D4BD-1B51-F007-ED655339E18C}"/>
              </a:ext>
            </a:extLst>
          </p:cNvPr>
          <p:cNvSpPr>
            <a:spLocks noGrp="1"/>
          </p:cNvSpPr>
          <p:nvPr>
            <p:ph type="pic" sz="quarter" idx="17"/>
          </p:nvPr>
        </p:nvSpPr>
        <p:spPr>
          <a:xfrm>
            <a:off x="946148" y="3581262"/>
            <a:ext cx="5275359" cy="2967704"/>
          </a:xfrm>
        </p:spPr>
        <p:txBody>
          <a:bodyPr/>
          <a:lstStyle/>
          <a:p>
            <a:endParaRPr lang="en-ID"/>
          </a:p>
        </p:txBody>
      </p:sp>
      <p:sp>
        <p:nvSpPr>
          <p:cNvPr id="5" name="Text Placeholder 10">
            <a:extLst>
              <a:ext uri="{FF2B5EF4-FFF2-40B4-BE49-F238E27FC236}">
                <a16:creationId xmlns:a16="http://schemas.microsoft.com/office/drawing/2014/main" id="{F822A1B6-89AF-52C8-D197-329C098240E8}"/>
              </a:ext>
            </a:extLst>
          </p:cNvPr>
          <p:cNvSpPr>
            <a:spLocks noGrp="1"/>
          </p:cNvSpPr>
          <p:nvPr>
            <p:ph type="body" sz="quarter" idx="19"/>
          </p:nvPr>
        </p:nvSpPr>
        <p:spPr>
          <a:xfrm>
            <a:off x="935567" y="756312"/>
            <a:ext cx="4456240" cy="2644553"/>
          </a:xfrm>
        </p:spPr>
        <p:txBody>
          <a:bodyPr>
            <a:normAutofit/>
          </a:bodyPr>
          <a:lstStyle>
            <a:lvl1pPr>
              <a:defRPr sz="1400"/>
            </a:lvl1pPr>
            <a:lvl2pPr>
              <a:defRPr sz="933"/>
            </a:lvl2pPr>
            <a:lvl3pPr>
              <a:defRPr sz="800"/>
            </a:lvl3pPr>
            <a:lvl4pPr>
              <a:defRPr sz="733"/>
            </a:lvl4pPr>
            <a:lvl5pPr>
              <a:defRPr sz="733"/>
            </a:lvl5pPr>
          </a:lstStyle>
          <a:p>
            <a:pPr lvl="0"/>
            <a:r>
              <a:rPr lang="en-US" dirty="0"/>
              <a:t>Click to edit Master text styles</a:t>
            </a:r>
          </a:p>
        </p:txBody>
      </p:sp>
      <p:sp>
        <p:nvSpPr>
          <p:cNvPr id="6" name="Text Placeholder 10">
            <a:extLst>
              <a:ext uri="{FF2B5EF4-FFF2-40B4-BE49-F238E27FC236}">
                <a16:creationId xmlns:a16="http://schemas.microsoft.com/office/drawing/2014/main" id="{6C72FE65-DE48-598F-90D7-439F7295E961}"/>
              </a:ext>
            </a:extLst>
          </p:cNvPr>
          <p:cNvSpPr>
            <a:spLocks noGrp="1"/>
          </p:cNvSpPr>
          <p:nvPr>
            <p:ph type="body" sz="quarter" idx="20"/>
          </p:nvPr>
        </p:nvSpPr>
        <p:spPr>
          <a:xfrm>
            <a:off x="946148" y="309033"/>
            <a:ext cx="4456240" cy="340659"/>
          </a:xfrm>
        </p:spPr>
        <p:txBody>
          <a:bodyPr anchor="b">
            <a:noAutofit/>
          </a:bodyPr>
          <a:lstStyle>
            <a:lvl1pPr>
              <a:defRPr sz="1450" b="1"/>
            </a:lvl1pPr>
            <a:lvl2pPr>
              <a:defRPr sz="933" b="1"/>
            </a:lvl2pPr>
            <a:lvl3pPr>
              <a:defRPr sz="800" b="1"/>
            </a:lvl3pPr>
            <a:lvl4pPr>
              <a:defRPr sz="733" b="1"/>
            </a:lvl4pPr>
            <a:lvl5pPr>
              <a:defRPr sz="733" b="1"/>
            </a:lvl5pPr>
          </a:lstStyle>
          <a:p>
            <a:pPr lvl="0"/>
            <a:r>
              <a:rPr lang="en-US" dirty="0"/>
              <a:t>Click to edit Master text styles</a:t>
            </a:r>
          </a:p>
        </p:txBody>
      </p:sp>
    </p:spTree>
    <p:extLst>
      <p:ext uri="{BB962C8B-B14F-4D97-AF65-F5344CB8AC3E}">
        <p14:creationId xmlns:p14="http://schemas.microsoft.com/office/powerpoint/2010/main" val="32277063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Sections Slide(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2203A-7A48-D43C-FF81-44998ED6C5A3}"/>
              </a:ext>
            </a:extLst>
          </p:cNvPr>
          <p:cNvSpPr>
            <a:spLocks noGrp="1"/>
          </p:cNvSpPr>
          <p:nvPr>
            <p:ph type="title"/>
          </p:nvPr>
        </p:nvSpPr>
        <p:spPr>
          <a:xfrm>
            <a:off x="935568" y="309034"/>
            <a:ext cx="4296832" cy="1923178"/>
          </a:xfrm>
        </p:spPr>
        <p:txBody>
          <a:bodyPr anchor="t"/>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5C925881-D985-DB50-2C2A-1DD30375D873}"/>
              </a:ext>
            </a:extLst>
          </p:cNvPr>
          <p:cNvSpPr>
            <a:spLocks noGrp="1"/>
          </p:cNvSpPr>
          <p:nvPr>
            <p:ph type="ftr" sz="quarter" idx="10"/>
          </p:nvPr>
        </p:nvSpPr>
        <p:spPr/>
        <p:txBody>
          <a:bodyPr/>
          <a:lstStyle>
            <a:lvl1pPr>
              <a:defRPr sz="1250"/>
            </a:lvl1pPr>
          </a:lstStyle>
          <a:p>
            <a:r>
              <a:rPr lang="en-ID" dirty="0"/>
              <a:t>PRESENTATION TITLE</a:t>
            </a:r>
          </a:p>
        </p:txBody>
      </p:sp>
      <p:sp>
        <p:nvSpPr>
          <p:cNvPr id="4" name="Slide Number Placeholder 3">
            <a:extLst>
              <a:ext uri="{FF2B5EF4-FFF2-40B4-BE49-F238E27FC236}">
                <a16:creationId xmlns:a16="http://schemas.microsoft.com/office/drawing/2014/main" id="{CEC8AEAE-CAB2-B08D-FDF5-65D952895D89}"/>
              </a:ext>
            </a:extLst>
          </p:cNvPr>
          <p:cNvSpPr>
            <a:spLocks noGrp="1"/>
          </p:cNvSpPr>
          <p:nvPr>
            <p:ph type="sldNum" sz="quarter" idx="11"/>
          </p:nvPr>
        </p:nvSpPr>
        <p:spPr/>
        <p:txBody>
          <a:bodyPr/>
          <a:lstStyle/>
          <a:p>
            <a:fld id="{F5342A4C-1D06-4798-B51F-D5804CA03D28}" type="slidenum">
              <a:rPr lang="en-ID" smtClean="0"/>
              <a:pPr/>
              <a:t>‹#›</a:t>
            </a:fld>
            <a:endParaRPr lang="en-ID" dirty="0"/>
          </a:p>
        </p:txBody>
      </p:sp>
      <p:sp>
        <p:nvSpPr>
          <p:cNvPr id="11" name="Text Placeholder 10">
            <a:extLst>
              <a:ext uri="{FF2B5EF4-FFF2-40B4-BE49-F238E27FC236}">
                <a16:creationId xmlns:a16="http://schemas.microsoft.com/office/drawing/2014/main" id="{B9ED7268-F0F7-7726-1714-4FFFA13C8634}"/>
              </a:ext>
            </a:extLst>
          </p:cNvPr>
          <p:cNvSpPr>
            <a:spLocks noGrp="1"/>
          </p:cNvSpPr>
          <p:nvPr>
            <p:ph type="body" sz="quarter" idx="15"/>
          </p:nvPr>
        </p:nvSpPr>
        <p:spPr>
          <a:xfrm>
            <a:off x="935568" y="2877672"/>
            <a:ext cx="4296833" cy="3670945"/>
          </a:xfrm>
        </p:spPr>
        <p:txBody>
          <a:bodyPr>
            <a:normAutofit/>
          </a:bodyPr>
          <a:lstStyle>
            <a:lvl1pPr>
              <a:defRPr sz="1400"/>
            </a:lvl1pPr>
            <a:lvl2pPr>
              <a:defRPr sz="933"/>
            </a:lvl2pPr>
            <a:lvl3pPr>
              <a:defRPr sz="800"/>
            </a:lvl3pPr>
            <a:lvl4pPr>
              <a:defRPr sz="733"/>
            </a:lvl4pPr>
            <a:lvl5pPr>
              <a:defRPr sz="733"/>
            </a:lvl5pPr>
          </a:lstStyle>
          <a:p>
            <a:pPr lvl="0"/>
            <a:r>
              <a:rPr lang="en-US" dirty="0"/>
              <a:t>Click to edit Master text styles</a:t>
            </a:r>
          </a:p>
        </p:txBody>
      </p:sp>
      <p:sp>
        <p:nvSpPr>
          <p:cNvPr id="10" name="Text Placeholder 10">
            <a:extLst>
              <a:ext uri="{FF2B5EF4-FFF2-40B4-BE49-F238E27FC236}">
                <a16:creationId xmlns:a16="http://schemas.microsoft.com/office/drawing/2014/main" id="{A2E70DB5-A605-C6D9-FAC7-F284C61688EE}"/>
              </a:ext>
            </a:extLst>
          </p:cNvPr>
          <p:cNvSpPr>
            <a:spLocks noGrp="1"/>
          </p:cNvSpPr>
          <p:nvPr>
            <p:ph type="body" sz="quarter" idx="16"/>
          </p:nvPr>
        </p:nvSpPr>
        <p:spPr>
          <a:xfrm>
            <a:off x="935567" y="2463439"/>
            <a:ext cx="4296831" cy="340659"/>
          </a:xfrm>
        </p:spPr>
        <p:txBody>
          <a:bodyPr anchor="b">
            <a:noAutofit/>
          </a:bodyPr>
          <a:lstStyle>
            <a:lvl1pPr>
              <a:defRPr sz="1450" b="1"/>
            </a:lvl1pPr>
            <a:lvl2pPr>
              <a:defRPr sz="933" b="1"/>
            </a:lvl2pPr>
            <a:lvl3pPr>
              <a:defRPr sz="800" b="1"/>
            </a:lvl3pPr>
            <a:lvl4pPr>
              <a:defRPr sz="733" b="1"/>
            </a:lvl4pPr>
            <a:lvl5pPr>
              <a:defRPr sz="733" b="1"/>
            </a:lvl5pPr>
          </a:lstStyle>
          <a:p>
            <a:pPr lvl="0"/>
            <a:r>
              <a:rPr lang="en-US" dirty="0"/>
              <a:t>Click to edit Master text styles</a:t>
            </a:r>
          </a:p>
        </p:txBody>
      </p:sp>
      <p:sp>
        <p:nvSpPr>
          <p:cNvPr id="9" name="Picture Placeholder 5">
            <a:extLst>
              <a:ext uri="{FF2B5EF4-FFF2-40B4-BE49-F238E27FC236}">
                <a16:creationId xmlns:a16="http://schemas.microsoft.com/office/drawing/2014/main" id="{6BC48F88-8D43-64A8-F42A-A485AD3D5EB2}"/>
              </a:ext>
            </a:extLst>
          </p:cNvPr>
          <p:cNvSpPr>
            <a:spLocks noGrp="1"/>
          </p:cNvSpPr>
          <p:nvPr>
            <p:ph type="pic" sz="quarter" idx="17"/>
          </p:nvPr>
        </p:nvSpPr>
        <p:spPr>
          <a:xfrm>
            <a:off x="5505139" y="309034"/>
            <a:ext cx="5751293" cy="3235102"/>
          </a:xfrm>
        </p:spPr>
        <p:txBody>
          <a:bodyPr/>
          <a:lstStyle/>
          <a:p>
            <a:endParaRPr lang="en-ID" dirty="0"/>
          </a:p>
        </p:txBody>
      </p:sp>
      <p:sp>
        <p:nvSpPr>
          <p:cNvPr id="5" name="Text Placeholder 10">
            <a:extLst>
              <a:ext uri="{FF2B5EF4-FFF2-40B4-BE49-F238E27FC236}">
                <a16:creationId xmlns:a16="http://schemas.microsoft.com/office/drawing/2014/main" id="{EA192266-09A2-F76A-DFFA-F87DD3F3DB54}"/>
              </a:ext>
            </a:extLst>
          </p:cNvPr>
          <p:cNvSpPr>
            <a:spLocks noGrp="1"/>
          </p:cNvSpPr>
          <p:nvPr>
            <p:ph type="body" sz="quarter" idx="18"/>
          </p:nvPr>
        </p:nvSpPr>
        <p:spPr>
          <a:xfrm>
            <a:off x="6096000" y="4105835"/>
            <a:ext cx="5160000" cy="2442781"/>
          </a:xfrm>
        </p:spPr>
        <p:txBody>
          <a:bodyPr>
            <a:normAutofit/>
          </a:bodyPr>
          <a:lstStyle>
            <a:lvl1pPr>
              <a:defRPr sz="1400"/>
            </a:lvl1pPr>
            <a:lvl2pPr>
              <a:defRPr sz="933"/>
            </a:lvl2pPr>
            <a:lvl3pPr>
              <a:defRPr sz="800"/>
            </a:lvl3pPr>
            <a:lvl4pPr>
              <a:defRPr sz="733"/>
            </a:lvl4pPr>
            <a:lvl5pPr>
              <a:defRPr sz="733"/>
            </a:lvl5pPr>
          </a:lstStyle>
          <a:p>
            <a:pPr lvl="0"/>
            <a:r>
              <a:rPr lang="en-US" dirty="0"/>
              <a:t>Click to edit Master text styles</a:t>
            </a:r>
          </a:p>
        </p:txBody>
      </p:sp>
      <p:sp>
        <p:nvSpPr>
          <p:cNvPr id="6" name="Text Placeholder 10">
            <a:extLst>
              <a:ext uri="{FF2B5EF4-FFF2-40B4-BE49-F238E27FC236}">
                <a16:creationId xmlns:a16="http://schemas.microsoft.com/office/drawing/2014/main" id="{E7AA4F49-2E30-3751-034E-BA069D966A46}"/>
              </a:ext>
            </a:extLst>
          </p:cNvPr>
          <p:cNvSpPr>
            <a:spLocks noGrp="1"/>
          </p:cNvSpPr>
          <p:nvPr>
            <p:ph type="body" sz="quarter" idx="19"/>
          </p:nvPr>
        </p:nvSpPr>
        <p:spPr>
          <a:xfrm>
            <a:off x="6096001" y="3630757"/>
            <a:ext cx="5160000" cy="340659"/>
          </a:xfrm>
        </p:spPr>
        <p:txBody>
          <a:bodyPr anchor="b">
            <a:noAutofit/>
          </a:bodyPr>
          <a:lstStyle>
            <a:lvl1pPr>
              <a:defRPr sz="1450" b="1"/>
            </a:lvl1pPr>
            <a:lvl2pPr>
              <a:defRPr sz="933" b="1"/>
            </a:lvl2pPr>
            <a:lvl3pPr>
              <a:defRPr sz="800" b="1"/>
            </a:lvl3pPr>
            <a:lvl4pPr>
              <a:defRPr sz="733" b="1"/>
            </a:lvl4pPr>
            <a:lvl5pPr>
              <a:defRPr sz="733" b="1"/>
            </a:lvl5pPr>
          </a:lstStyle>
          <a:p>
            <a:pPr lvl="0"/>
            <a:r>
              <a:rPr lang="en-US" dirty="0"/>
              <a:t>Click to edit Master text styles</a:t>
            </a:r>
          </a:p>
        </p:txBody>
      </p:sp>
    </p:spTree>
    <p:extLst>
      <p:ext uri="{BB962C8B-B14F-4D97-AF65-F5344CB8AC3E}">
        <p14:creationId xmlns:p14="http://schemas.microsoft.com/office/powerpoint/2010/main" val="33261538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Sections Slide(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2203A-7A48-D43C-FF81-44998ED6C5A3}"/>
              </a:ext>
            </a:extLst>
          </p:cNvPr>
          <p:cNvSpPr>
            <a:spLocks noGrp="1"/>
          </p:cNvSpPr>
          <p:nvPr>
            <p:ph type="title"/>
          </p:nvPr>
        </p:nvSpPr>
        <p:spPr>
          <a:xfrm>
            <a:off x="935568" y="309034"/>
            <a:ext cx="4296832" cy="1923178"/>
          </a:xfrm>
        </p:spPr>
        <p:txBody>
          <a:bodyPr anchor="t"/>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5C925881-D985-DB50-2C2A-1DD30375D873}"/>
              </a:ext>
            </a:extLst>
          </p:cNvPr>
          <p:cNvSpPr>
            <a:spLocks noGrp="1"/>
          </p:cNvSpPr>
          <p:nvPr>
            <p:ph type="ftr" sz="quarter" idx="10"/>
          </p:nvPr>
        </p:nvSpPr>
        <p:spPr/>
        <p:txBody>
          <a:bodyPr/>
          <a:lstStyle>
            <a:lvl1pPr>
              <a:defRPr sz="1250"/>
            </a:lvl1pPr>
          </a:lstStyle>
          <a:p>
            <a:r>
              <a:rPr lang="en-ID" dirty="0"/>
              <a:t>PRESENTATION TITLE</a:t>
            </a:r>
          </a:p>
        </p:txBody>
      </p:sp>
      <p:sp>
        <p:nvSpPr>
          <p:cNvPr id="4" name="Slide Number Placeholder 3">
            <a:extLst>
              <a:ext uri="{FF2B5EF4-FFF2-40B4-BE49-F238E27FC236}">
                <a16:creationId xmlns:a16="http://schemas.microsoft.com/office/drawing/2014/main" id="{CEC8AEAE-CAB2-B08D-FDF5-65D952895D89}"/>
              </a:ext>
            </a:extLst>
          </p:cNvPr>
          <p:cNvSpPr>
            <a:spLocks noGrp="1"/>
          </p:cNvSpPr>
          <p:nvPr>
            <p:ph type="sldNum" sz="quarter" idx="11"/>
          </p:nvPr>
        </p:nvSpPr>
        <p:spPr/>
        <p:txBody>
          <a:bodyPr/>
          <a:lstStyle/>
          <a:p>
            <a:fld id="{F5342A4C-1D06-4798-B51F-D5804CA03D28}" type="slidenum">
              <a:rPr lang="en-ID" smtClean="0"/>
              <a:pPr/>
              <a:t>‹#›</a:t>
            </a:fld>
            <a:endParaRPr lang="en-ID" dirty="0"/>
          </a:p>
        </p:txBody>
      </p:sp>
      <p:sp>
        <p:nvSpPr>
          <p:cNvPr id="11" name="Text Placeholder 10">
            <a:extLst>
              <a:ext uri="{FF2B5EF4-FFF2-40B4-BE49-F238E27FC236}">
                <a16:creationId xmlns:a16="http://schemas.microsoft.com/office/drawing/2014/main" id="{B9ED7268-F0F7-7726-1714-4FFFA13C8634}"/>
              </a:ext>
            </a:extLst>
          </p:cNvPr>
          <p:cNvSpPr>
            <a:spLocks noGrp="1"/>
          </p:cNvSpPr>
          <p:nvPr>
            <p:ph type="body" sz="quarter" idx="15"/>
          </p:nvPr>
        </p:nvSpPr>
        <p:spPr>
          <a:xfrm>
            <a:off x="935568" y="2877671"/>
            <a:ext cx="4296833" cy="3671295"/>
          </a:xfrm>
        </p:spPr>
        <p:txBody>
          <a:bodyPr>
            <a:normAutofit/>
          </a:bodyPr>
          <a:lstStyle>
            <a:lvl1pPr>
              <a:defRPr sz="1400"/>
            </a:lvl1pPr>
            <a:lvl2pPr>
              <a:defRPr sz="933"/>
            </a:lvl2pPr>
            <a:lvl3pPr>
              <a:defRPr sz="800"/>
            </a:lvl3pPr>
            <a:lvl4pPr>
              <a:defRPr sz="733"/>
            </a:lvl4pPr>
            <a:lvl5pPr>
              <a:defRPr sz="733"/>
            </a:lvl5pPr>
          </a:lstStyle>
          <a:p>
            <a:pPr lvl="0"/>
            <a:r>
              <a:rPr lang="en-US" dirty="0"/>
              <a:t>Click to edit Master text styles</a:t>
            </a:r>
          </a:p>
        </p:txBody>
      </p:sp>
      <p:sp>
        <p:nvSpPr>
          <p:cNvPr id="10" name="Text Placeholder 10">
            <a:extLst>
              <a:ext uri="{FF2B5EF4-FFF2-40B4-BE49-F238E27FC236}">
                <a16:creationId xmlns:a16="http://schemas.microsoft.com/office/drawing/2014/main" id="{A2E70DB5-A605-C6D9-FAC7-F284C61688EE}"/>
              </a:ext>
            </a:extLst>
          </p:cNvPr>
          <p:cNvSpPr>
            <a:spLocks noGrp="1"/>
          </p:cNvSpPr>
          <p:nvPr>
            <p:ph type="body" sz="quarter" idx="16"/>
          </p:nvPr>
        </p:nvSpPr>
        <p:spPr>
          <a:xfrm>
            <a:off x="6737132" y="309032"/>
            <a:ext cx="4519302" cy="340659"/>
          </a:xfrm>
        </p:spPr>
        <p:txBody>
          <a:bodyPr anchor="b">
            <a:noAutofit/>
          </a:bodyPr>
          <a:lstStyle>
            <a:lvl1pPr>
              <a:defRPr sz="1450" b="1"/>
            </a:lvl1pPr>
            <a:lvl2pPr>
              <a:defRPr sz="933" b="1"/>
            </a:lvl2pPr>
            <a:lvl3pPr>
              <a:defRPr sz="800" b="1"/>
            </a:lvl3pPr>
            <a:lvl4pPr>
              <a:defRPr sz="733" b="1"/>
            </a:lvl4pPr>
            <a:lvl5pPr>
              <a:defRPr sz="733" b="1"/>
            </a:lvl5pPr>
          </a:lstStyle>
          <a:p>
            <a:pPr lvl="0"/>
            <a:r>
              <a:rPr lang="en-US" dirty="0"/>
              <a:t>Click to edit Master text styles</a:t>
            </a:r>
          </a:p>
        </p:txBody>
      </p:sp>
      <p:sp>
        <p:nvSpPr>
          <p:cNvPr id="13" name="Picture Placeholder 5">
            <a:extLst>
              <a:ext uri="{FF2B5EF4-FFF2-40B4-BE49-F238E27FC236}">
                <a16:creationId xmlns:a16="http://schemas.microsoft.com/office/drawing/2014/main" id="{031D4142-D50A-A98A-0841-6E68FBEF0A34}"/>
              </a:ext>
            </a:extLst>
          </p:cNvPr>
          <p:cNvSpPr>
            <a:spLocks noGrp="1"/>
          </p:cNvSpPr>
          <p:nvPr>
            <p:ph type="pic" sz="quarter" idx="13"/>
          </p:nvPr>
        </p:nvSpPr>
        <p:spPr>
          <a:xfrm>
            <a:off x="8544360" y="3836894"/>
            <a:ext cx="2712072" cy="2712072"/>
          </a:xfrm>
        </p:spPr>
        <p:txBody>
          <a:bodyPr/>
          <a:lstStyle/>
          <a:p>
            <a:endParaRPr lang="en-ID"/>
          </a:p>
        </p:txBody>
      </p:sp>
      <p:sp>
        <p:nvSpPr>
          <p:cNvPr id="15" name="Picture Placeholder 5">
            <a:extLst>
              <a:ext uri="{FF2B5EF4-FFF2-40B4-BE49-F238E27FC236}">
                <a16:creationId xmlns:a16="http://schemas.microsoft.com/office/drawing/2014/main" id="{2DB518C0-88B6-2B6B-0286-3B6B690D72FA}"/>
              </a:ext>
            </a:extLst>
          </p:cNvPr>
          <p:cNvSpPr>
            <a:spLocks noGrp="1"/>
          </p:cNvSpPr>
          <p:nvPr>
            <p:ph type="pic" sz="quarter" idx="19"/>
          </p:nvPr>
        </p:nvSpPr>
        <p:spPr>
          <a:xfrm>
            <a:off x="5505139" y="3836894"/>
            <a:ext cx="2712072" cy="2712072"/>
          </a:xfrm>
        </p:spPr>
        <p:txBody>
          <a:bodyPr/>
          <a:lstStyle/>
          <a:p>
            <a:endParaRPr lang="en-ID"/>
          </a:p>
        </p:txBody>
      </p:sp>
      <p:sp>
        <p:nvSpPr>
          <p:cNvPr id="5" name="Text Placeholder 10">
            <a:extLst>
              <a:ext uri="{FF2B5EF4-FFF2-40B4-BE49-F238E27FC236}">
                <a16:creationId xmlns:a16="http://schemas.microsoft.com/office/drawing/2014/main" id="{D0939516-8ED9-756F-F5C5-0B33D1F4F411}"/>
              </a:ext>
            </a:extLst>
          </p:cNvPr>
          <p:cNvSpPr>
            <a:spLocks noGrp="1"/>
          </p:cNvSpPr>
          <p:nvPr>
            <p:ph type="body" sz="quarter" idx="20"/>
          </p:nvPr>
        </p:nvSpPr>
        <p:spPr>
          <a:xfrm>
            <a:off x="6737132" y="716927"/>
            <a:ext cx="4519301" cy="2712073"/>
          </a:xfrm>
        </p:spPr>
        <p:txBody>
          <a:bodyPr>
            <a:normAutofit/>
          </a:bodyPr>
          <a:lstStyle>
            <a:lvl1pPr>
              <a:defRPr sz="1400"/>
            </a:lvl1pPr>
            <a:lvl2pPr>
              <a:defRPr sz="933"/>
            </a:lvl2pPr>
            <a:lvl3pPr>
              <a:defRPr sz="800"/>
            </a:lvl3pPr>
            <a:lvl4pPr>
              <a:defRPr sz="733"/>
            </a:lvl4pPr>
            <a:lvl5pPr>
              <a:defRPr sz="733"/>
            </a:lvl5pPr>
          </a:lstStyle>
          <a:p>
            <a:pPr lvl="0"/>
            <a:r>
              <a:rPr lang="en-US" dirty="0"/>
              <a:t>Click to edit Master text styles</a:t>
            </a:r>
          </a:p>
        </p:txBody>
      </p:sp>
      <p:sp>
        <p:nvSpPr>
          <p:cNvPr id="6" name="Text Placeholder 10">
            <a:extLst>
              <a:ext uri="{FF2B5EF4-FFF2-40B4-BE49-F238E27FC236}">
                <a16:creationId xmlns:a16="http://schemas.microsoft.com/office/drawing/2014/main" id="{F326FD8F-2029-D604-1C55-5136DE0CBC6D}"/>
              </a:ext>
            </a:extLst>
          </p:cNvPr>
          <p:cNvSpPr>
            <a:spLocks noGrp="1"/>
          </p:cNvSpPr>
          <p:nvPr>
            <p:ph type="body" sz="quarter" idx="21"/>
          </p:nvPr>
        </p:nvSpPr>
        <p:spPr>
          <a:xfrm>
            <a:off x="935567" y="2457283"/>
            <a:ext cx="4296831" cy="340659"/>
          </a:xfrm>
        </p:spPr>
        <p:txBody>
          <a:bodyPr anchor="b">
            <a:noAutofit/>
          </a:bodyPr>
          <a:lstStyle>
            <a:lvl1pPr>
              <a:defRPr sz="1450" b="1"/>
            </a:lvl1pPr>
            <a:lvl2pPr>
              <a:defRPr sz="933" b="1"/>
            </a:lvl2pPr>
            <a:lvl3pPr>
              <a:defRPr sz="800" b="1"/>
            </a:lvl3pPr>
            <a:lvl4pPr>
              <a:defRPr sz="733" b="1"/>
            </a:lvl4pPr>
            <a:lvl5pPr>
              <a:defRPr sz="733" b="1"/>
            </a:lvl5pPr>
          </a:lstStyle>
          <a:p>
            <a:pPr lvl="0"/>
            <a:r>
              <a:rPr lang="en-US" dirty="0"/>
              <a:t>Click to edit Master text styles</a:t>
            </a:r>
          </a:p>
        </p:txBody>
      </p:sp>
    </p:spTree>
    <p:extLst>
      <p:ext uri="{BB962C8B-B14F-4D97-AF65-F5344CB8AC3E}">
        <p14:creationId xmlns:p14="http://schemas.microsoft.com/office/powerpoint/2010/main" val="7963725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Sections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2203A-7A48-D43C-FF81-44998ED6C5A3}"/>
              </a:ext>
            </a:extLst>
          </p:cNvPr>
          <p:cNvSpPr>
            <a:spLocks noGrp="1"/>
          </p:cNvSpPr>
          <p:nvPr>
            <p:ph type="title"/>
          </p:nvPr>
        </p:nvSpPr>
        <p:spPr>
          <a:xfrm>
            <a:off x="946149" y="309034"/>
            <a:ext cx="10310284" cy="856379"/>
          </a:xfrm>
        </p:spPr>
        <p:txBody>
          <a:bodyPr anchor="t">
            <a:normAutofit/>
          </a:bodyPr>
          <a:lstStyle>
            <a:lvl1pPr algn="l" defTabSz="914446" rtl="0" eaLnBrk="1" latinLnBrk="0" hangingPunct="1">
              <a:lnSpc>
                <a:spcPct val="90000"/>
              </a:lnSpc>
              <a:spcBef>
                <a:spcPct val="0"/>
              </a:spcBef>
              <a:buNone/>
              <a:defRPr lang="en-US" sz="4400" kern="1200" dirty="0">
                <a:solidFill>
                  <a:schemeClr val="tx1"/>
                </a:solidFill>
                <a:latin typeface="+mj-lt"/>
                <a:ea typeface="+mj-ea"/>
                <a:cs typeface="+mj-cs"/>
              </a:defRPr>
            </a:lvl1pPr>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5C925881-D985-DB50-2C2A-1DD30375D873}"/>
              </a:ext>
            </a:extLst>
          </p:cNvPr>
          <p:cNvSpPr>
            <a:spLocks noGrp="1"/>
          </p:cNvSpPr>
          <p:nvPr>
            <p:ph type="ftr" sz="quarter" idx="10"/>
          </p:nvPr>
        </p:nvSpPr>
        <p:spPr/>
        <p:txBody>
          <a:bodyPr/>
          <a:lstStyle>
            <a:lvl1pPr>
              <a:defRPr sz="1250"/>
            </a:lvl1pPr>
          </a:lstStyle>
          <a:p>
            <a:r>
              <a:rPr lang="en-ID" dirty="0"/>
              <a:t>PRESENTATION TITLE</a:t>
            </a:r>
          </a:p>
        </p:txBody>
      </p:sp>
      <p:sp>
        <p:nvSpPr>
          <p:cNvPr id="4" name="Slide Number Placeholder 3">
            <a:extLst>
              <a:ext uri="{FF2B5EF4-FFF2-40B4-BE49-F238E27FC236}">
                <a16:creationId xmlns:a16="http://schemas.microsoft.com/office/drawing/2014/main" id="{CEC8AEAE-CAB2-B08D-FDF5-65D952895D89}"/>
              </a:ext>
            </a:extLst>
          </p:cNvPr>
          <p:cNvSpPr>
            <a:spLocks noGrp="1"/>
          </p:cNvSpPr>
          <p:nvPr>
            <p:ph type="sldNum" sz="quarter" idx="11"/>
          </p:nvPr>
        </p:nvSpPr>
        <p:spPr/>
        <p:txBody>
          <a:bodyPr/>
          <a:lstStyle/>
          <a:p>
            <a:fld id="{F5342A4C-1D06-4798-B51F-D5804CA03D28}" type="slidenum">
              <a:rPr lang="en-ID" smtClean="0"/>
              <a:pPr/>
              <a:t>‹#›</a:t>
            </a:fld>
            <a:endParaRPr lang="en-ID" dirty="0"/>
          </a:p>
        </p:txBody>
      </p:sp>
      <p:sp>
        <p:nvSpPr>
          <p:cNvPr id="13" name="Picture Placeholder 5">
            <a:extLst>
              <a:ext uri="{FF2B5EF4-FFF2-40B4-BE49-F238E27FC236}">
                <a16:creationId xmlns:a16="http://schemas.microsoft.com/office/drawing/2014/main" id="{D44254E2-95DF-23C9-F750-5F0C53D4C93B}"/>
              </a:ext>
            </a:extLst>
          </p:cNvPr>
          <p:cNvSpPr>
            <a:spLocks noGrp="1"/>
          </p:cNvSpPr>
          <p:nvPr>
            <p:ph type="pic" sz="quarter" idx="18"/>
          </p:nvPr>
        </p:nvSpPr>
        <p:spPr>
          <a:xfrm>
            <a:off x="4536788" y="1534429"/>
            <a:ext cx="3168651" cy="3168651"/>
          </a:xfrm>
        </p:spPr>
        <p:txBody>
          <a:bodyPr/>
          <a:lstStyle/>
          <a:p>
            <a:endParaRPr lang="en-ID"/>
          </a:p>
        </p:txBody>
      </p:sp>
      <p:sp>
        <p:nvSpPr>
          <p:cNvPr id="5" name="Text Placeholder 10">
            <a:extLst>
              <a:ext uri="{FF2B5EF4-FFF2-40B4-BE49-F238E27FC236}">
                <a16:creationId xmlns:a16="http://schemas.microsoft.com/office/drawing/2014/main" id="{73CC2943-9E44-E0DB-F890-7DC8150AD23B}"/>
              </a:ext>
            </a:extLst>
          </p:cNvPr>
          <p:cNvSpPr>
            <a:spLocks noGrp="1"/>
          </p:cNvSpPr>
          <p:nvPr>
            <p:ph type="body" sz="quarter" idx="19"/>
          </p:nvPr>
        </p:nvSpPr>
        <p:spPr>
          <a:xfrm>
            <a:off x="946149" y="1725038"/>
            <a:ext cx="3168651" cy="2978041"/>
          </a:xfrm>
        </p:spPr>
        <p:txBody>
          <a:bodyPr>
            <a:normAutofit/>
          </a:bodyPr>
          <a:lstStyle>
            <a:lvl1pPr>
              <a:defRPr sz="1400"/>
            </a:lvl1pPr>
            <a:lvl2pPr>
              <a:defRPr sz="933"/>
            </a:lvl2pPr>
            <a:lvl3pPr>
              <a:defRPr sz="800"/>
            </a:lvl3pPr>
            <a:lvl4pPr>
              <a:defRPr sz="733"/>
            </a:lvl4pPr>
            <a:lvl5pPr>
              <a:defRPr sz="733"/>
            </a:lvl5pPr>
          </a:lstStyle>
          <a:p>
            <a:pPr lvl="0"/>
            <a:r>
              <a:rPr lang="en-US" dirty="0"/>
              <a:t>Click to edit Master text styles</a:t>
            </a:r>
          </a:p>
        </p:txBody>
      </p:sp>
      <p:sp>
        <p:nvSpPr>
          <p:cNvPr id="7" name="Text Placeholder 10">
            <a:extLst>
              <a:ext uri="{FF2B5EF4-FFF2-40B4-BE49-F238E27FC236}">
                <a16:creationId xmlns:a16="http://schemas.microsoft.com/office/drawing/2014/main" id="{0D0738FD-B45D-6BBB-C10A-FEBE0C2F45CD}"/>
              </a:ext>
            </a:extLst>
          </p:cNvPr>
          <p:cNvSpPr>
            <a:spLocks noGrp="1"/>
          </p:cNvSpPr>
          <p:nvPr>
            <p:ph type="body" sz="quarter" idx="20"/>
          </p:nvPr>
        </p:nvSpPr>
        <p:spPr>
          <a:xfrm>
            <a:off x="8077201" y="1725038"/>
            <a:ext cx="3168651" cy="2978041"/>
          </a:xfrm>
        </p:spPr>
        <p:txBody>
          <a:bodyPr>
            <a:normAutofit/>
          </a:bodyPr>
          <a:lstStyle>
            <a:lvl1pPr>
              <a:defRPr sz="1400"/>
            </a:lvl1pPr>
            <a:lvl2pPr>
              <a:defRPr sz="933"/>
            </a:lvl2pPr>
            <a:lvl3pPr>
              <a:defRPr sz="800"/>
            </a:lvl3pPr>
            <a:lvl4pPr>
              <a:defRPr sz="733"/>
            </a:lvl4pPr>
            <a:lvl5pPr>
              <a:defRPr sz="733"/>
            </a:lvl5pPr>
          </a:lstStyle>
          <a:p>
            <a:pPr lvl="0"/>
            <a:r>
              <a:rPr lang="en-US" dirty="0"/>
              <a:t>Click to edit Master text styles</a:t>
            </a:r>
          </a:p>
        </p:txBody>
      </p:sp>
      <p:sp>
        <p:nvSpPr>
          <p:cNvPr id="8" name="Text Placeholder 7">
            <a:extLst>
              <a:ext uri="{FF2B5EF4-FFF2-40B4-BE49-F238E27FC236}">
                <a16:creationId xmlns:a16="http://schemas.microsoft.com/office/drawing/2014/main" id="{305F9D6C-F894-DD75-5A90-F0DD42854DD3}"/>
              </a:ext>
            </a:extLst>
          </p:cNvPr>
          <p:cNvSpPr>
            <a:spLocks noGrp="1"/>
          </p:cNvSpPr>
          <p:nvPr>
            <p:ph type="body" sz="quarter" idx="21"/>
          </p:nvPr>
        </p:nvSpPr>
        <p:spPr>
          <a:xfrm>
            <a:off x="946151" y="5262705"/>
            <a:ext cx="10310283" cy="1286261"/>
          </a:xfrm>
        </p:spPr>
        <p:txBody>
          <a:bodyPr>
            <a:normAutofit/>
          </a:bodyPr>
          <a:lstStyle>
            <a:lvl1pPr>
              <a:defRPr sz="1400"/>
            </a:lvl1pPr>
          </a:lstStyle>
          <a:p>
            <a:pPr lvl="0"/>
            <a:r>
              <a:rPr lang="en-US" dirty="0"/>
              <a:t>Click to edit Master text styles</a:t>
            </a:r>
          </a:p>
        </p:txBody>
      </p:sp>
      <p:sp>
        <p:nvSpPr>
          <p:cNvPr id="9" name="Text Placeholder 10">
            <a:extLst>
              <a:ext uri="{FF2B5EF4-FFF2-40B4-BE49-F238E27FC236}">
                <a16:creationId xmlns:a16="http://schemas.microsoft.com/office/drawing/2014/main" id="{06D0AACD-B8BE-FD7F-A367-698EFAFF0DE1}"/>
              </a:ext>
            </a:extLst>
          </p:cNvPr>
          <p:cNvSpPr>
            <a:spLocks noGrp="1"/>
          </p:cNvSpPr>
          <p:nvPr>
            <p:ph type="body" sz="quarter" idx="22"/>
          </p:nvPr>
        </p:nvSpPr>
        <p:spPr>
          <a:xfrm>
            <a:off x="946149" y="1339541"/>
            <a:ext cx="3168651" cy="340659"/>
          </a:xfrm>
        </p:spPr>
        <p:txBody>
          <a:bodyPr anchor="b">
            <a:noAutofit/>
          </a:bodyPr>
          <a:lstStyle>
            <a:lvl1pPr>
              <a:defRPr sz="1450" b="1"/>
            </a:lvl1pPr>
            <a:lvl2pPr>
              <a:defRPr sz="933" b="1"/>
            </a:lvl2pPr>
            <a:lvl3pPr>
              <a:defRPr sz="800" b="1"/>
            </a:lvl3pPr>
            <a:lvl4pPr>
              <a:defRPr sz="733" b="1"/>
            </a:lvl4pPr>
            <a:lvl5pPr>
              <a:defRPr sz="733" b="1"/>
            </a:lvl5pPr>
          </a:lstStyle>
          <a:p>
            <a:pPr lvl="0"/>
            <a:r>
              <a:rPr lang="en-US" dirty="0"/>
              <a:t>Click to edit Master text styles</a:t>
            </a:r>
          </a:p>
        </p:txBody>
      </p:sp>
      <p:sp>
        <p:nvSpPr>
          <p:cNvPr id="10" name="Text Placeholder 10">
            <a:extLst>
              <a:ext uri="{FF2B5EF4-FFF2-40B4-BE49-F238E27FC236}">
                <a16:creationId xmlns:a16="http://schemas.microsoft.com/office/drawing/2014/main" id="{4D4A0852-04D4-2DE3-43EC-2E94017DD264}"/>
              </a:ext>
            </a:extLst>
          </p:cNvPr>
          <p:cNvSpPr>
            <a:spLocks noGrp="1"/>
          </p:cNvSpPr>
          <p:nvPr>
            <p:ph type="body" sz="quarter" idx="23"/>
          </p:nvPr>
        </p:nvSpPr>
        <p:spPr>
          <a:xfrm>
            <a:off x="8077200" y="1339541"/>
            <a:ext cx="3168651" cy="340659"/>
          </a:xfrm>
        </p:spPr>
        <p:txBody>
          <a:bodyPr anchor="b">
            <a:noAutofit/>
          </a:bodyPr>
          <a:lstStyle>
            <a:lvl1pPr>
              <a:defRPr sz="1450" b="1"/>
            </a:lvl1pPr>
            <a:lvl2pPr>
              <a:defRPr sz="933" b="1"/>
            </a:lvl2pPr>
            <a:lvl3pPr>
              <a:defRPr sz="800" b="1"/>
            </a:lvl3pPr>
            <a:lvl4pPr>
              <a:defRPr sz="733" b="1"/>
            </a:lvl4pPr>
            <a:lvl5pPr>
              <a:defRPr sz="733" b="1"/>
            </a:lvl5pPr>
          </a:lstStyle>
          <a:p>
            <a:pPr lvl="0"/>
            <a:r>
              <a:rPr lang="en-US" dirty="0"/>
              <a:t>Click to edit Master text styles</a:t>
            </a:r>
          </a:p>
        </p:txBody>
      </p:sp>
      <p:sp>
        <p:nvSpPr>
          <p:cNvPr id="12" name="Text Placeholder 10">
            <a:extLst>
              <a:ext uri="{FF2B5EF4-FFF2-40B4-BE49-F238E27FC236}">
                <a16:creationId xmlns:a16="http://schemas.microsoft.com/office/drawing/2014/main" id="{73A207FE-1878-7831-1200-77F80A7CDEC5}"/>
              </a:ext>
            </a:extLst>
          </p:cNvPr>
          <p:cNvSpPr>
            <a:spLocks noGrp="1"/>
          </p:cNvSpPr>
          <p:nvPr>
            <p:ph type="body" sz="quarter" idx="24"/>
          </p:nvPr>
        </p:nvSpPr>
        <p:spPr>
          <a:xfrm>
            <a:off x="935567" y="4830414"/>
            <a:ext cx="10310283" cy="340659"/>
          </a:xfrm>
        </p:spPr>
        <p:txBody>
          <a:bodyPr anchor="b">
            <a:noAutofit/>
          </a:bodyPr>
          <a:lstStyle>
            <a:lvl1pPr>
              <a:defRPr sz="1450" b="1"/>
            </a:lvl1pPr>
            <a:lvl2pPr>
              <a:defRPr sz="933" b="1"/>
            </a:lvl2pPr>
            <a:lvl3pPr>
              <a:defRPr sz="800" b="1"/>
            </a:lvl3pPr>
            <a:lvl4pPr>
              <a:defRPr sz="733" b="1"/>
            </a:lvl4pPr>
            <a:lvl5pPr>
              <a:defRPr sz="733" b="1"/>
            </a:lvl5pPr>
          </a:lstStyle>
          <a:p>
            <a:pPr lvl="0"/>
            <a:r>
              <a:rPr lang="en-US" dirty="0"/>
              <a:t>Click to edit Master text styles</a:t>
            </a:r>
          </a:p>
        </p:txBody>
      </p:sp>
    </p:spTree>
    <p:extLst>
      <p:ext uri="{BB962C8B-B14F-4D97-AF65-F5344CB8AC3E}">
        <p14:creationId xmlns:p14="http://schemas.microsoft.com/office/powerpoint/2010/main" val="18420553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harts Slide">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D2F24407-DA77-DCD4-EBEA-0323D4D4C2AE}"/>
              </a:ext>
            </a:extLst>
          </p:cNvPr>
          <p:cNvSpPr>
            <a:spLocks noGrp="1"/>
          </p:cNvSpPr>
          <p:nvPr>
            <p:ph type="sldNum" sz="quarter" idx="10"/>
          </p:nvPr>
        </p:nvSpPr>
        <p:spPr/>
        <p:txBody>
          <a:bodyPr/>
          <a:lstStyle/>
          <a:p>
            <a:fld id="{F5342A4C-1D06-4798-B51F-D5804CA03D28}" type="slidenum">
              <a:rPr lang="en-ID" smtClean="0"/>
              <a:pPr/>
              <a:t>‹#›</a:t>
            </a:fld>
            <a:endParaRPr lang="en-ID" dirty="0"/>
          </a:p>
        </p:txBody>
      </p:sp>
      <p:sp>
        <p:nvSpPr>
          <p:cNvPr id="4" name="Нижний колонтитул 3">
            <a:extLst>
              <a:ext uri="{FF2B5EF4-FFF2-40B4-BE49-F238E27FC236}">
                <a16:creationId xmlns:a16="http://schemas.microsoft.com/office/drawing/2014/main" id="{7E820DD2-3E07-5E7B-0EAC-567564449FA0}"/>
              </a:ext>
            </a:extLst>
          </p:cNvPr>
          <p:cNvSpPr>
            <a:spLocks noGrp="1"/>
          </p:cNvSpPr>
          <p:nvPr>
            <p:ph type="ftr" sz="quarter" idx="11"/>
          </p:nvPr>
        </p:nvSpPr>
        <p:spPr/>
        <p:txBody>
          <a:bodyPr/>
          <a:lstStyle>
            <a:lvl1pPr>
              <a:defRPr sz="1250"/>
            </a:lvl1pPr>
          </a:lstStyle>
          <a:p>
            <a:r>
              <a:rPr lang="en-ID" dirty="0"/>
              <a:t>PRESENTATION TITLE</a:t>
            </a:r>
          </a:p>
        </p:txBody>
      </p:sp>
      <p:sp>
        <p:nvSpPr>
          <p:cNvPr id="5" name="Title 1">
            <a:extLst>
              <a:ext uri="{FF2B5EF4-FFF2-40B4-BE49-F238E27FC236}">
                <a16:creationId xmlns:a16="http://schemas.microsoft.com/office/drawing/2014/main" id="{AC8CF52B-4DF2-0B87-45DE-FD8E2F9A9288}"/>
              </a:ext>
            </a:extLst>
          </p:cNvPr>
          <p:cNvSpPr>
            <a:spLocks noGrp="1"/>
          </p:cNvSpPr>
          <p:nvPr>
            <p:ph type="title"/>
          </p:nvPr>
        </p:nvSpPr>
        <p:spPr>
          <a:xfrm>
            <a:off x="946149" y="309034"/>
            <a:ext cx="10310284" cy="856379"/>
          </a:xfrm>
        </p:spPr>
        <p:txBody>
          <a:bodyPr anchor="t">
            <a:normAutofit/>
          </a:bodyPr>
          <a:lstStyle>
            <a:lvl1pPr algn="l" defTabSz="914446" rtl="0" eaLnBrk="1" latinLnBrk="0" hangingPunct="1">
              <a:lnSpc>
                <a:spcPct val="90000"/>
              </a:lnSpc>
              <a:spcBef>
                <a:spcPct val="0"/>
              </a:spcBef>
              <a:buNone/>
              <a:defRPr lang="en-US" sz="4400" kern="1200" dirty="0">
                <a:solidFill>
                  <a:schemeClr val="tx1"/>
                </a:solidFill>
                <a:latin typeface="+mj-lt"/>
                <a:ea typeface="+mj-ea"/>
                <a:cs typeface="+mj-cs"/>
              </a:defRPr>
            </a:lvl1pPr>
          </a:lstStyle>
          <a:p>
            <a:r>
              <a:rPr lang="en-US" dirty="0"/>
              <a:t>Click to edit Master title style</a:t>
            </a:r>
            <a:endParaRPr lang="en-ID" dirty="0"/>
          </a:p>
        </p:txBody>
      </p:sp>
      <p:sp>
        <p:nvSpPr>
          <p:cNvPr id="2" name="Chart Placeholder 22">
            <a:extLst>
              <a:ext uri="{FF2B5EF4-FFF2-40B4-BE49-F238E27FC236}">
                <a16:creationId xmlns:a16="http://schemas.microsoft.com/office/drawing/2014/main" id="{F0D87691-392F-7ABA-0BE8-F9378C382124}"/>
              </a:ext>
            </a:extLst>
          </p:cNvPr>
          <p:cNvSpPr>
            <a:spLocks noGrp="1"/>
          </p:cNvSpPr>
          <p:nvPr>
            <p:ph type="chart" sz="quarter" idx="26"/>
          </p:nvPr>
        </p:nvSpPr>
        <p:spPr>
          <a:xfrm>
            <a:off x="1929329" y="1712515"/>
            <a:ext cx="2037784" cy="1684283"/>
          </a:xfrm>
        </p:spPr>
        <p:txBody>
          <a:bodyPr/>
          <a:lstStyle/>
          <a:p>
            <a:endParaRPr lang="en-US" dirty="0"/>
          </a:p>
        </p:txBody>
      </p:sp>
      <p:sp>
        <p:nvSpPr>
          <p:cNvPr id="7" name="Chart Placeholder 22">
            <a:extLst>
              <a:ext uri="{FF2B5EF4-FFF2-40B4-BE49-F238E27FC236}">
                <a16:creationId xmlns:a16="http://schemas.microsoft.com/office/drawing/2014/main" id="{E1DC6C76-A96A-B345-8925-C0A31B9BE6A1}"/>
              </a:ext>
            </a:extLst>
          </p:cNvPr>
          <p:cNvSpPr>
            <a:spLocks noGrp="1"/>
          </p:cNvSpPr>
          <p:nvPr>
            <p:ph type="chart" sz="quarter" idx="28"/>
          </p:nvPr>
        </p:nvSpPr>
        <p:spPr>
          <a:xfrm>
            <a:off x="8214815" y="1744717"/>
            <a:ext cx="2037784" cy="1684283"/>
          </a:xfrm>
        </p:spPr>
        <p:txBody>
          <a:bodyPr/>
          <a:lstStyle/>
          <a:p>
            <a:endParaRPr lang="en-US" dirty="0"/>
          </a:p>
        </p:txBody>
      </p:sp>
      <p:sp>
        <p:nvSpPr>
          <p:cNvPr id="11" name="Text Placeholder 10">
            <a:extLst>
              <a:ext uri="{FF2B5EF4-FFF2-40B4-BE49-F238E27FC236}">
                <a16:creationId xmlns:a16="http://schemas.microsoft.com/office/drawing/2014/main" id="{76FE8311-66BA-388F-FC3A-C926E9AB5B95}"/>
              </a:ext>
            </a:extLst>
          </p:cNvPr>
          <p:cNvSpPr>
            <a:spLocks noGrp="1"/>
          </p:cNvSpPr>
          <p:nvPr>
            <p:ph type="body" sz="quarter" idx="29"/>
          </p:nvPr>
        </p:nvSpPr>
        <p:spPr>
          <a:xfrm>
            <a:off x="1738645" y="3527457"/>
            <a:ext cx="2400000" cy="560449"/>
          </a:xfrm>
        </p:spPr>
        <p:txBody>
          <a:bodyPr anchor="b">
            <a:noAutofit/>
          </a:bodyPr>
          <a:lstStyle>
            <a:lvl1pPr algn="ctr">
              <a:defRPr sz="1450" b="1"/>
            </a:lvl1pPr>
            <a:lvl2pPr>
              <a:defRPr sz="933" b="1"/>
            </a:lvl2pPr>
            <a:lvl3pPr>
              <a:defRPr sz="800" b="1"/>
            </a:lvl3pPr>
            <a:lvl4pPr>
              <a:defRPr sz="733" b="1"/>
            </a:lvl4pPr>
            <a:lvl5pPr>
              <a:defRPr sz="733" b="1"/>
            </a:lvl5pPr>
          </a:lstStyle>
          <a:p>
            <a:pPr lvl="0"/>
            <a:r>
              <a:rPr lang="en-US" dirty="0"/>
              <a:t>Click to edit Master text styles</a:t>
            </a:r>
          </a:p>
        </p:txBody>
      </p:sp>
      <p:sp>
        <p:nvSpPr>
          <p:cNvPr id="12" name="Text Placeholder 10">
            <a:extLst>
              <a:ext uri="{FF2B5EF4-FFF2-40B4-BE49-F238E27FC236}">
                <a16:creationId xmlns:a16="http://schemas.microsoft.com/office/drawing/2014/main" id="{AC484342-4478-CC7E-084E-9962D8CF8F10}"/>
              </a:ext>
            </a:extLst>
          </p:cNvPr>
          <p:cNvSpPr>
            <a:spLocks noGrp="1"/>
          </p:cNvSpPr>
          <p:nvPr>
            <p:ph type="body" sz="quarter" idx="30"/>
          </p:nvPr>
        </p:nvSpPr>
        <p:spPr>
          <a:xfrm>
            <a:off x="8033707" y="3539414"/>
            <a:ext cx="2400000" cy="548492"/>
          </a:xfrm>
        </p:spPr>
        <p:txBody>
          <a:bodyPr anchor="b">
            <a:noAutofit/>
          </a:bodyPr>
          <a:lstStyle>
            <a:lvl1pPr algn="ctr">
              <a:defRPr sz="1450" b="1"/>
            </a:lvl1pPr>
            <a:lvl2pPr>
              <a:defRPr sz="933" b="1"/>
            </a:lvl2pPr>
            <a:lvl3pPr>
              <a:defRPr sz="800" b="1"/>
            </a:lvl3pPr>
            <a:lvl4pPr>
              <a:defRPr sz="733" b="1"/>
            </a:lvl4pPr>
            <a:lvl5pPr>
              <a:defRPr sz="733" b="1"/>
            </a:lvl5pPr>
          </a:lstStyle>
          <a:p>
            <a:pPr lvl="0"/>
            <a:r>
              <a:rPr lang="en-US" dirty="0"/>
              <a:t>Click to edit Master text styles</a:t>
            </a:r>
          </a:p>
        </p:txBody>
      </p:sp>
      <p:sp>
        <p:nvSpPr>
          <p:cNvPr id="17" name="Picture Placeholder 16">
            <a:extLst>
              <a:ext uri="{FF2B5EF4-FFF2-40B4-BE49-F238E27FC236}">
                <a16:creationId xmlns:a16="http://schemas.microsoft.com/office/drawing/2014/main" id="{9FD9BC79-41C4-9BE0-D59F-9FFCE6FB41CC}"/>
              </a:ext>
            </a:extLst>
          </p:cNvPr>
          <p:cNvSpPr>
            <a:spLocks noGrp="1"/>
          </p:cNvSpPr>
          <p:nvPr>
            <p:ph type="pic" sz="quarter" idx="33"/>
          </p:nvPr>
        </p:nvSpPr>
        <p:spPr>
          <a:xfrm>
            <a:off x="4886425" y="1744718"/>
            <a:ext cx="2400000" cy="4804249"/>
          </a:xfrm>
        </p:spPr>
        <p:txBody>
          <a:bodyPr/>
          <a:lstStyle/>
          <a:p>
            <a:endParaRPr lang="en-UZ" dirty="0"/>
          </a:p>
        </p:txBody>
      </p:sp>
      <p:sp>
        <p:nvSpPr>
          <p:cNvPr id="20" name="Text Placeholder 19">
            <a:extLst>
              <a:ext uri="{FF2B5EF4-FFF2-40B4-BE49-F238E27FC236}">
                <a16:creationId xmlns:a16="http://schemas.microsoft.com/office/drawing/2014/main" id="{43EDC2E7-CB24-8EAC-223D-1B4B2613B609}"/>
              </a:ext>
            </a:extLst>
          </p:cNvPr>
          <p:cNvSpPr>
            <a:spLocks noGrp="1"/>
          </p:cNvSpPr>
          <p:nvPr>
            <p:ph type="body" sz="quarter" idx="34"/>
          </p:nvPr>
        </p:nvSpPr>
        <p:spPr>
          <a:xfrm>
            <a:off x="1738842" y="4218565"/>
            <a:ext cx="2400300" cy="2312410"/>
          </a:xfrm>
        </p:spPr>
        <p:txBody>
          <a:bodyPr>
            <a:normAutofit/>
          </a:bodyPr>
          <a:lstStyle>
            <a:lvl1pPr algn="ctr">
              <a:defRPr sz="1400"/>
            </a:lvl1pPr>
          </a:lstStyle>
          <a:p>
            <a:pPr lvl="0"/>
            <a:r>
              <a:rPr lang="en-US" dirty="0"/>
              <a:t>Click to edit Master text styles</a:t>
            </a:r>
          </a:p>
        </p:txBody>
      </p:sp>
      <p:sp>
        <p:nvSpPr>
          <p:cNvPr id="21" name="Text Placeholder 19">
            <a:extLst>
              <a:ext uri="{FF2B5EF4-FFF2-40B4-BE49-F238E27FC236}">
                <a16:creationId xmlns:a16="http://schemas.microsoft.com/office/drawing/2014/main" id="{470FBDAC-ECEB-CCDF-3A8B-44094B68A31C}"/>
              </a:ext>
            </a:extLst>
          </p:cNvPr>
          <p:cNvSpPr>
            <a:spLocks noGrp="1"/>
          </p:cNvSpPr>
          <p:nvPr>
            <p:ph type="body" sz="quarter" idx="35"/>
          </p:nvPr>
        </p:nvSpPr>
        <p:spPr>
          <a:xfrm>
            <a:off x="8033707" y="4218565"/>
            <a:ext cx="2400300" cy="2312409"/>
          </a:xfrm>
        </p:spPr>
        <p:txBody>
          <a:bodyPr>
            <a:normAutofit/>
          </a:bodyPr>
          <a:lstStyle>
            <a:lvl1pPr algn="ctr">
              <a:defRPr sz="1400"/>
            </a:lvl1pPr>
          </a:lstStyle>
          <a:p>
            <a:pPr lvl="0"/>
            <a:r>
              <a:rPr lang="en-US" dirty="0"/>
              <a:t>Click to edit Master text styles</a:t>
            </a:r>
          </a:p>
        </p:txBody>
      </p:sp>
    </p:spTree>
    <p:extLst>
      <p:ext uri="{BB962C8B-B14F-4D97-AF65-F5344CB8AC3E}">
        <p14:creationId xmlns:p14="http://schemas.microsoft.com/office/powerpoint/2010/main" val="17878224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harts Slide">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D2F24407-DA77-DCD4-EBEA-0323D4D4C2AE}"/>
              </a:ext>
            </a:extLst>
          </p:cNvPr>
          <p:cNvSpPr>
            <a:spLocks noGrp="1"/>
          </p:cNvSpPr>
          <p:nvPr>
            <p:ph type="sldNum" sz="quarter" idx="10"/>
          </p:nvPr>
        </p:nvSpPr>
        <p:spPr/>
        <p:txBody>
          <a:bodyPr/>
          <a:lstStyle/>
          <a:p>
            <a:fld id="{F5342A4C-1D06-4798-B51F-D5804CA03D28}" type="slidenum">
              <a:rPr lang="en-ID" smtClean="0"/>
              <a:pPr/>
              <a:t>‹#›</a:t>
            </a:fld>
            <a:endParaRPr lang="en-ID" dirty="0"/>
          </a:p>
        </p:txBody>
      </p:sp>
      <p:sp>
        <p:nvSpPr>
          <p:cNvPr id="4" name="Нижний колонтитул 3">
            <a:extLst>
              <a:ext uri="{FF2B5EF4-FFF2-40B4-BE49-F238E27FC236}">
                <a16:creationId xmlns:a16="http://schemas.microsoft.com/office/drawing/2014/main" id="{7E820DD2-3E07-5E7B-0EAC-567564449FA0}"/>
              </a:ext>
            </a:extLst>
          </p:cNvPr>
          <p:cNvSpPr>
            <a:spLocks noGrp="1"/>
          </p:cNvSpPr>
          <p:nvPr>
            <p:ph type="ftr" sz="quarter" idx="11"/>
          </p:nvPr>
        </p:nvSpPr>
        <p:spPr/>
        <p:txBody>
          <a:bodyPr/>
          <a:lstStyle>
            <a:lvl1pPr>
              <a:defRPr sz="1250"/>
            </a:lvl1pPr>
          </a:lstStyle>
          <a:p>
            <a:r>
              <a:rPr lang="en-ID" dirty="0"/>
              <a:t>PRESENTATION TITLE</a:t>
            </a:r>
          </a:p>
        </p:txBody>
      </p:sp>
      <p:sp>
        <p:nvSpPr>
          <p:cNvPr id="5" name="Title 1">
            <a:extLst>
              <a:ext uri="{FF2B5EF4-FFF2-40B4-BE49-F238E27FC236}">
                <a16:creationId xmlns:a16="http://schemas.microsoft.com/office/drawing/2014/main" id="{AC8CF52B-4DF2-0B87-45DE-FD8E2F9A9288}"/>
              </a:ext>
            </a:extLst>
          </p:cNvPr>
          <p:cNvSpPr>
            <a:spLocks noGrp="1"/>
          </p:cNvSpPr>
          <p:nvPr>
            <p:ph type="title"/>
          </p:nvPr>
        </p:nvSpPr>
        <p:spPr>
          <a:xfrm>
            <a:off x="946149" y="309034"/>
            <a:ext cx="10310284" cy="856379"/>
          </a:xfrm>
        </p:spPr>
        <p:txBody>
          <a:bodyPr anchor="t">
            <a:normAutofit/>
          </a:bodyPr>
          <a:lstStyle>
            <a:lvl1pPr algn="l" defTabSz="914446" rtl="0" eaLnBrk="1" latinLnBrk="0" hangingPunct="1">
              <a:lnSpc>
                <a:spcPct val="90000"/>
              </a:lnSpc>
              <a:spcBef>
                <a:spcPct val="0"/>
              </a:spcBef>
              <a:buNone/>
              <a:defRPr lang="en-US" sz="4400" kern="1200" dirty="0">
                <a:solidFill>
                  <a:schemeClr val="tx1"/>
                </a:solidFill>
                <a:latin typeface="+mj-lt"/>
                <a:ea typeface="+mj-ea"/>
                <a:cs typeface="+mj-cs"/>
              </a:defRPr>
            </a:lvl1pPr>
          </a:lstStyle>
          <a:p>
            <a:r>
              <a:rPr lang="en-US" dirty="0"/>
              <a:t>Click to edit Master title style</a:t>
            </a:r>
            <a:endParaRPr lang="en-ID" dirty="0"/>
          </a:p>
        </p:txBody>
      </p:sp>
      <p:sp>
        <p:nvSpPr>
          <p:cNvPr id="2" name="Chart Placeholder 22">
            <a:extLst>
              <a:ext uri="{FF2B5EF4-FFF2-40B4-BE49-F238E27FC236}">
                <a16:creationId xmlns:a16="http://schemas.microsoft.com/office/drawing/2014/main" id="{F0D87691-392F-7ABA-0BE8-F9378C382124}"/>
              </a:ext>
            </a:extLst>
          </p:cNvPr>
          <p:cNvSpPr>
            <a:spLocks noGrp="1"/>
          </p:cNvSpPr>
          <p:nvPr>
            <p:ph type="chart" sz="quarter" idx="26"/>
          </p:nvPr>
        </p:nvSpPr>
        <p:spPr>
          <a:xfrm>
            <a:off x="1593849" y="1744717"/>
            <a:ext cx="2037784" cy="1684283"/>
          </a:xfrm>
        </p:spPr>
        <p:txBody>
          <a:bodyPr/>
          <a:lstStyle/>
          <a:p>
            <a:endParaRPr lang="en-US"/>
          </a:p>
        </p:txBody>
      </p:sp>
      <p:sp>
        <p:nvSpPr>
          <p:cNvPr id="6" name="Chart Placeholder 22">
            <a:extLst>
              <a:ext uri="{FF2B5EF4-FFF2-40B4-BE49-F238E27FC236}">
                <a16:creationId xmlns:a16="http://schemas.microsoft.com/office/drawing/2014/main" id="{49A9AF80-EC52-374F-DDC7-B0CE1CC0BBBA}"/>
              </a:ext>
            </a:extLst>
          </p:cNvPr>
          <p:cNvSpPr>
            <a:spLocks noGrp="1"/>
          </p:cNvSpPr>
          <p:nvPr>
            <p:ph type="chart" sz="quarter" idx="27"/>
          </p:nvPr>
        </p:nvSpPr>
        <p:spPr>
          <a:xfrm>
            <a:off x="5077108" y="1744717"/>
            <a:ext cx="2037784" cy="1684283"/>
          </a:xfrm>
        </p:spPr>
        <p:txBody>
          <a:bodyPr/>
          <a:lstStyle/>
          <a:p>
            <a:endParaRPr lang="en-US"/>
          </a:p>
        </p:txBody>
      </p:sp>
      <p:sp>
        <p:nvSpPr>
          <p:cNvPr id="7" name="Chart Placeholder 22">
            <a:extLst>
              <a:ext uri="{FF2B5EF4-FFF2-40B4-BE49-F238E27FC236}">
                <a16:creationId xmlns:a16="http://schemas.microsoft.com/office/drawing/2014/main" id="{E1DC6C76-A96A-B345-8925-C0A31B9BE6A1}"/>
              </a:ext>
            </a:extLst>
          </p:cNvPr>
          <p:cNvSpPr>
            <a:spLocks noGrp="1"/>
          </p:cNvSpPr>
          <p:nvPr>
            <p:ph type="chart" sz="quarter" idx="28"/>
          </p:nvPr>
        </p:nvSpPr>
        <p:spPr>
          <a:xfrm>
            <a:off x="8587103" y="1744717"/>
            <a:ext cx="2037784" cy="1684283"/>
          </a:xfrm>
        </p:spPr>
        <p:txBody>
          <a:bodyPr/>
          <a:lstStyle/>
          <a:p>
            <a:endParaRPr lang="en-US"/>
          </a:p>
        </p:txBody>
      </p:sp>
      <p:sp>
        <p:nvSpPr>
          <p:cNvPr id="9" name="Text Placeholder 10">
            <a:extLst>
              <a:ext uri="{FF2B5EF4-FFF2-40B4-BE49-F238E27FC236}">
                <a16:creationId xmlns:a16="http://schemas.microsoft.com/office/drawing/2014/main" id="{BE2030D7-0D43-0B27-9C9E-5DC298F10014}"/>
              </a:ext>
            </a:extLst>
          </p:cNvPr>
          <p:cNvSpPr>
            <a:spLocks noGrp="1"/>
          </p:cNvSpPr>
          <p:nvPr>
            <p:ph type="body" sz="quarter" idx="19"/>
          </p:nvPr>
        </p:nvSpPr>
        <p:spPr>
          <a:xfrm>
            <a:off x="1412741" y="4168431"/>
            <a:ext cx="2400000" cy="2366680"/>
          </a:xfrm>
        </p:spPr>
        <p:txBody>
          <a:bodyPr>
            <a:normAutofit/>
          </a:bodyPr>
          <a:lstStyle>
            <a:lvl1pPr algn="ctr">
              <a:defRPr sz="1400"/>
            </a:lvl1pPr>
            <a:lvl2pPr>
              <a:defRPr sz="933"/>
            </a:lvl2pPr>
            <a:lvl3pPr>
              <a:defRPr sz="800"/>
            </a:lvl3pPr>
            <a:lvl4pPr>
              <a:defRPr sz="733"/>
            </a:lvl4pPr>
            <a:lvl5pPr>
              <a:defRPr sz="733"/>
            </a:lvl5pPr>
          </a:lstStyle>
          <a:p>
            <a:pPr lvl="0"/>
            <a:r>
              <a:rPr lang="en-US" dirty="0"/>
              <a:t>Click to edit Master text styles</a:t>
            </a:r>
          </a:p>
        </p:txBody>
      </p:sp>
      <p:sp>
        <p:nvSpPr>
          <p:cNvPr id="10" name="Text Placeholder 10">
            <a:extLst>
              <a:ext uri="{FF2B5EF4-FFF2-40B4-BE49-F238E27FC236}">
                <a16:creationId xmlns:a16="http://schemas.microsoft.com/office/drawing/2014/main" id="{E7C3AC4C-0728-EA70-0208-48DA92F8E25B}"/>
              </a:ext>
            </a:extLst>
          </p:cNvPr>
          <p:cNvSpPr>
            <a:spLocks noGrp="1"/>
          </p:cNvSpPr>
          <p:nvPr>
            <p:ph type="body" sz="quarter" idx="16"/>
          </p:nvPr>
        </p:nvSpPr>
        <p:spPr>
          <a:xfrm>
            <a:off x="4909368" y="3527458"/>
            <a:ext cx="2400000" cy="542517"/>
          </a:xfrm>
        </p:spPr>
        <p:txBody>
          <a:bodyPr anchor="b">
            <a:noAutofit/>
          </a:bodyPr>
          <a:lstStyle>
            <a:lvl1pPr algn="ctr">
              <a:defRPr sz="1450" b="1"/>
            </a:lvl1pPr>
            <a:lvl2pPr>
              <a:defRPr sz="933" b="1"/>
            </a:lvl2pPr>
            <a:lvl3pPr>
              <a:defRPr sz="800" b="1"/>
            </a:lvl3pPr>
            <a:lvl4pPr>
              <a:defRPr sz="733" b="1"/>
            </a:lvl4pPr>
            <a:lvl5pPr>
              <a:defRPr sz="733" b="1"/>
            </a:lvl5pPr>
          </a:lstStyle>
          <a:p>
            <a:pPr lvl="0"/>
            <a:r>
              <a:rPr lang="en-US" dirty="0"/>
              <a:t>Click to edit Master text styles</a:t>
            </a:r>
          </a:p>
        </p:txBody>
      </p:sp>
      <p:sp>
        <p:nvSpPr>
          <p:cNvPr id="11" name="Text Placeholder 10">
            <a:extLst>
              <a:ext uri="{FF2B5EF4-FFF2-40B4-BE49-F238E27FC236}">
                <a16:creationId xmlns:a16="http://schemas.microsoft.com/office/drawing/2014/main" id="{76FE8311-66BA-388F-FC3A-C926E9AB5B95}"/>
              </a:ext>
            </a:extLst>
          </p:cNvPr>
          <p:cNvSpPr>
            <a:spLocks noGrp="1"/>
          </p:cNvSpPr>
          <p:nvPr>
            <p:ph type="body" sz="quarter" idx="29"/>
          </p:nvPr>
        </p:nvSpPr>
        <p:spPr>
          <a:xfrm>
            <a:off x="1402607" y="3527456"/>
            <a:ext cx="2400000" cy="542519"/>
          </a:xfrm>
        </p:spPr>
        <p:txBody>
          <a:bodyPr anchor="b">
            <a:noAutofit/>
          </a:bodyPr>
          <a:lstStyle>
            <a:lvl1pPr algn="ctr">
              <a:defRPr sz="1450" b="1"/>
            </a:lvl1pPr>
            <a:lvl2pPr>
              <a:defRPr sz="933" b="1"/>
            </a:lvl2pPr>
            <a:lvl3pPr>
              <a:defRPr sz="800" b="1"/>
            </a:lvl3pPr>
            <a:lvl4pPr>
              <a:defRPr sz="733" b="1"/>
            </a:lvl4pPr>
            <a:lvl5pPr>
              <a:defRPr sz="733" b="1"/>
            </a:lvl5pPr>
          </a:lstStyle>
          <a:p>
            <a:pPr lvl="0"/>
            <a:r>
              <a:rPr lang="en-US" dirty="0"/>
              <a:t>Click to edit Master text styles</a:t>
            </a:r>
          </a:p>
        </p:txBody>
      </p:sp>
      <p:sp>
        <p:nvSpPr>
          <p:cNvPr id="12" name="Text Placeholder 10">
            <a:extLst>
              <a:ext uri="{FF2B5EF4-FFF2-40B4-BE49-F238E27FC236}">
                <a16:creationId xmlns:a16="http://schemas.microsoft.com/office/drawing/2014/main" id="{AC484342-4478-CC7E-084E-9962D8CF8F10}"/>
              </a:ext>
            </a:extLst>
          </p:cNvPr>
          <p:cNvSpPr>
            <a:spLocks noGrp="1"/>
          </p:cNvSpPr>
          <p:nvPr>
            <p:ph type="body" sz="quarter" idx="30"/>
          </p:nvPr>
        </p:nvSpPr>
        <p:spPr>
          <a:xfrm>
            <a:off x="8405995" y="3527458"/>
            <a:ext cx="2400000" cy="542517"/>
          </a:xfrm>
        </p:spPr>
        <p:txBody>
          <a:bodyPr anchor="b">
            <a:noAutofit/>
          </a:bodyPr>
          <a:lstStyle>
            <a:lvl1pPr algn="ctr">
              <a:defRPr sz="1450" b="1"/>
            </a:lvl1pPr>
            <a:lvl2pPr>
              <a:defRPr sz="933" b="1"/>
            </a:lvl2pPr>
            <a:lvl3pPr>
              <a:defRPr sz="800" b="1"/>
            </a:lvl3pPr>
            <a:lvl4pPr>
              <a:defRPr sz="733" b="1"/>
            </a:lvl4pPr>
            <a:lvl5pPr>
              <a:defRPr sz="733" b="1"/>
            </a:lvl5pPr>
          </a:lstStyle>
          <a:p>
            <a:pPr lvl="0"/>
            <a:r>
              <a:rPr lang="en-US" dirty="0"/>
              <a:t>Click to edit Master text styles</a:t>
            </a:r>
          </a:p>
        </p:txBody>
      </p:sp>
      <p:sp>
        <p:nvSpPr>
          <p:cNvPr id="13" name="Text Placeholder 10">
            <a:extLst>
              <a:ext uri="{FF2B5EF4-FFF2-40B4-BE49-F238E27FC236}">
                <a16:creationId xmlns:a16="http://schemas.microsoft.com/office/drawing/2014/main" id="{5C32913F-F483-F3E6-F746-A61E2C57FA2E}"/>
              </a:ext>
            </a:extLst>
          </p:cNvPr>
          <p:cNvSpPr>
            <a:spLocks noGrp="1"/>
          </p:cNvSpPr>
          <p:nvPr>
            <p:ph type="body" sz="quarter" idx="31"/>
          </p:nvPr>
        </p:nvSpPr>
        <p:spPr>
          <a:xfrm>
            <a:off x="4909368" y="4168431"/>
            <a:ext cx="2400000" cy="2366680"/>
          </a:xfrm>
        </p:spPr>
        <p:txBody>
          <a:bodyPr>
            <a:normAutofit/>
          </a:bodyPr>
          <a:lstStyle>
            <a:lvl1pPr algn="ctr">
              <a:defRPr sz="1400"/>
            </a:lvl1pPr>
            <a:lvl2pPr>
              <a:defRPr sz="933"/>
            </a:lvl2pPr>
            <a:lvl3pPr>
              <a:defRPr sz="800"/>
            </a:lvl3pPr>
            <a:lvl4pPr>
              <a:defRPr sz="733"/>
            </a:lvl4pPr>
            <a:lvl5pPr>
              <a:defRPr sz="733"/>
            </a:lvl5pPr>
          </a:lstStyle>
          <a:p>
            <a:pPr lvl="0"/>
            <a:r>
              <a:rPr lang="en-US" dirty="0"/>
              <a:t>Click to edit Master text styles</a:t>
            </a:r>
          </a:p>
        </p:txBody>
      </p:sp>
      <p:sp>
        <p:nvSpPr>
          <p:cNvPr id="14" name="Text Placeholder 10">
            <a:extLst>
              <a:ext uri="{FF2B5EF4-FFF2-40B4-BE49-F238E27FC236}">
                <a16:creationId xmlns:a16="http://schemas.microsoft.com/office/drawing/2014/main" id="{B26C2D3C-6E1C-7667-EDD6-191FD1AE7CCC}"/>
              </a:ext>
            </a:extLst>
          </p:cNvPr>
          <p:cNvSpPr>
            <a:spLocks noGrp="1"/>
          </p:cNvSpPr>
          <p:nvPr>
            <p:ph type="body" sz="quarter" idx="32"/>
          </p:nvPr>
        </p:nvSpPr>
        <p:spPr>
          <a:xfrm>
            <a:off x="8405995" y="4166045"/>
            <a:ext cx="2400000" cy="2366680"/>
          </a:xfrm>
        </p:spPr>
        <p:txBody>
          <a:bodyPr>
            <a:normAutofit/>
          </a:bodyPr>
          <a:lstStyle>
            <a:lvl1pPr algn="ctr">
              <a:defRPr sz="1400"/>
            </a:lvl1pPr>
            <a:lvl2pPr>
              <a:defRPr sz="933"/>
            </a:lvl2pPr>
            <a:lvl3pPr>
              <a:defRPr sz="800"/>
            </a:lvl3pPr>
            <a:lvl4pPr>
              <a:defRPr sz="733"/>
            </a:lvl4pPr>
            <a:lvl5pPr>
              <a:defRPr sz="733"/>
            </a:lvl5pPr>
          </a:lstStyle>
          <a:p>
            <a:pPr lvl="0"/>
            <a:r>
              <a:rPr lang="en-US" dirty="0"/>
              <a:t>Click to edit Master text styles</a:t>
            </a:r>
          </a:p>
        </p:txBody>
      </p:sp>
      <p:cxnSp>
        <p:nvCxnSpPr>
          <p:cNvPr id="15" name="Straight Connector 14">
            <a:extLst>
              <a:ext uri="{FF2B5EF4-FFF2-40B4-BE49-F238E27FC236}">
                <a16:creationId xmlns:a16="http://schemas.microsoft.com/office/drawing/2014/main" id="{BD58BF99-7DC6-E011-5CBD-837985A74F7B}"/>
              </a:ext>
            </a:extLst>
          </p:cNvPr>
          <p:cNvCxnSpPr>
            <a:cxnSpLocks/>
          </p:cNvCxnSpPr>
          <p:nvPr userDrawn="1"/>
        </p:nvCxnSpPr>
        <p:spPr>
          <a:xfrm>
            <a:off x="4344000" y="2700716"/>
            <a:ext cx="0" cy="34831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8242C9C-6BCF-1837-3EA9-334358B05E78}"/>
              </a:ext>
            </a:extLst>
          </p:cNvPr>
          <p:cNvCxnSpPr>
            <a:cxnSpLocks/>
          </p:cNvCxnSpPr>
          <p:nvPr userDrawn="1"/>
        </p:nvCxnSpPr>
        <p:spPr>
          <a:xfrm>
            <a:off x="7848000" y="2700000"/>
            <a:ext cx="0" cy="34831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9731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our Charts Slide">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D2F24407-DA77-DCD4-EBEA-0323D4D4C2AE}"/>
              </a:ext>
            </a:extLst>
          </p:cNvPr>
          <p:cNvSpPr>
            <a:spLocks noGrp="1"/>
          </p:cNvSpPr>
          <p:nvPr>
            <p:ph type="sldNum" sz="quarter" idx="10"/>
          </p:nvPr>
        </p:nvSpPr>
        <p:spPr/>
        <p:txBody>
          <a:bodyPr/>
          <a:lstStyle/>
          <a:p>
            <a:fld id="{F5342A4C-1D06-4798-B51F-D5804CA03D28}" type="slidenum">
              <a:rPr lang="en-ID" smtClean="0"/>
              <a:pPr/>
              <a:t>‹#›</a:t>
            </a:fld>
            <a:endParaRPr lang="en-ID" dirty="0"/>
          </a:p>
        </p:txBody>
      </p:sp>
      <p:sp>
        <p:nvSpPr>
          <p:cNvPr id="4" name="Нижний колонтитул 3">
            <a:extLst>
              <a:ext uri="{FF2B5EF4-FFF2-40B4-BE49-F238E27FC236}">
                <a16:creationId xmlns:a16="http://schemas.microsoft.com/office/drawing/2014/main" id="{7E820DD2-3E07-5E7B-0EAC-567564449FA0}"/>
              </a:ext>
            </a:extLst>
          </p:cNvPr>
          <p:cNvSpPr>
            <a:spLocks noGrp="1"/>
          </p:cNvSpPr>
          <p:nvPr>
            <p:ph type="ftr" sz="quarter" idx="11"/>
          </p:nvPr>
        </p:nvSpPr>
        <p:spPr/>
        <p:txBody>
          <a:bodyPr/>
          <a:lstStyle/>
          <a:p>
            <a:r>
              <a:rPr lang="en-ID"/>
              <a:t>PRESENTATION TITLE</a:t>
            </a:r>
            <a:endParaRPr lang="en-ID" dirty="0"/>
          </a:p>
        </p:txBody>
      </p:sp>
      <p:sp>
        <p:nvSpPr>
          <p:cNvPr id="5" name="Title 1">
            <a:extLst>
              <a:ext uri="{FF2B5EF4-FFF2-40B4-BE49-F238E27FC236}">
                <a16:creationId xmlns:a16="http://schemas.microsoft.com/office/drawing/2014/main" id="{AC8CF52B-4DF2-0B87-45DE-FD8E2F9A9288}"/>
              </a:ext>
            </a:extLst>
          </p:cNvPr>
          <p:cNvSpPr>
            <a:spLocks noGrp="1"/>
          </p:cNvSpPr>
          <p:nvPr>
            <p:ph type="title"/>
          </p:nvPr>
        </p:nvSpPr>
        <p:spPr>
          <a:xfrm>
            <a:off x="946149" y="309034"/>
            <a:ext cx="10310284" cy="856379"/>
          </a:xfrm>
        </p:spPr>
        <p:txBody>
          <a:bodyPr anchor="t">
            <a:normAutofit/>
          </a:bodyPr>
          <a:lstStyle>
            <a:lvl1pPr algn="l" defTabSz="914446" rtl="0" eaLnBrk="1" latinLnBrk="0" hangingPunct="1">
              <a:lnSpc>
                <a:spcPct val="90000"/>
              </a:lnSpc>
              <a:spcBef>
                <a:spcPct val="0"/>
              </a:spcBef>
              <a:buNone/>
              <a:defRPr lang="en-US" sz="4400" kern="1200" dirty="0">
                <a:solidFill>
                  <a:schemeClr val="tx1"/>
                </a:solidFill>
                <a:latin typeface="+mj-lt"/>
                <a:ea typeface="+mj-ea"/>
                <a:cs typeface="+mj-cs"/>
              </a:defRPr>
            </a:lvl1pPr>
          </a:lstStyle>
          <a:p>
            <a:r>
              <a:rPr lang="en-US" dirty="0"/>
              <a:t>Click to edit Master title style</a:t>
            </a:r>
            <a:endParaRPr lang="en-ID" dirty="0"/>
          </a:p>
        </p:txBody>
      </p:sp>
      <p:sp>
        <p:nvSpPr>
          <p:cNvPr id="2" name="Chart Placeholder 22">
            <a:extLst>
              <a:ext uri="{FF2B5EF4-FFF2-40B4-BE49-F238E27FC236}">
                <a16:creationId xmlns:a16="http://schemas.microsoft.com/office/drawing/2014/main" id="{F0D87691-392F-7ABA-0BE8-F9378C382124}"/>
              </a:ext>
            </a:extLst>
          </p:cNvPr>
          <p:cNvSpPr>
            <a:spLocks noGrp="1"/>
          </p:cNvSpPr>
          <p:nvPr>
            <p:ph type="chart" sz="quarter" idx="26"/>
          </p:nvPr>
        </p:nvSpPr>
        <p:spPr>
          <a:xfrm>
            <a:off x="1073507" y="1744717"/>
            <a:ext cx="2037784" cy="1684283"/>
          </a:xfrm>
        </p:spPr>
        <p:txBody>
          <a:bodyPr/>
          <a:lstStyle/>
          <a:p>
            <a:endParaRPr lang="en-US" dirty="0"/>
          </a:p>
        </p:txBody>
      </p:sp>
      <p:sp>
        <p:nvSpPr>
          <p:cNvPr id="6" name="Chart Placeholder 22">
            <a:extLst>
              <a:ext uri="{FF2B5EF4-FFF2-40B4-BE49-F238E27FC236}">
                <a16:creationId xmlns:a16="http://schemas.microsoft.com/office/drawing/2014/main" id="{49A9AF80-EC52-374F-DDC7-B0CE1CC0BBBA}"/>
              </a:ext>
            </a:extLst>
          </p:cNvPr>
          <p:cNvSpPr>
            <a:spLocks noGrp="1"/>
          </p:cNvSpPr>
          <p:nvPr>
            <p:ph type="chart" sz="quarter" idx="27"/>
          </p:nvPr>
        </p:nvSpPr>
        <p:spPr>
          <a:xfrm>
            <a:off x="3786005" y="1750165"/>
            <a:ext cx="2037784" cy="1684283"/>
          </a:xfrm>
        </p:spPr>
        <p:txBody>
          <a:bodyPr/>
          <a:lstStyle/>
          <a:p>
            <a:endParaRPr lang="en-US" dirty="0"/>
          </a:p>
        </p:txBody>
      </p:sp>
      <p:sp>
        <p:nvSpPr>
          <p:cNvPr id="7" name="Chart Placeholder 22">
            <a:extLst>
              <a:ext uri="{FF2B5EF4-FFF2-40B4-BE49-F238E27FC236}">
                <a16:creationId xmlns:a16="http://schemas.microsoft.com/office/drawing/2014/main" id="{E1DC6C76-A96A-B345-8925-C0A31B9BE6A1}"/>
              </a:ext>
            </a:extLst>
          </p:cNvPr>
          <p:cNvSpPr>
            <a:spLocks noGrp="1"/>
          </p:cNvSpPr>
          <p:nvPr>
            <p:ph type="chart" sz="quarter" idx="28"/>
          </p:nvPr>
        </p:nvSpPr>
        <p:spPr>
          <a:xfrm>
            <a:off x="6429413" y="1750165"/>
            <a:ext cx="2037784" cy="1684283"/>
          </a:xfrm>
        </p:spPr>
        <p:txBody>
          <a:bodyPr/>
          <a:lstStyle/>
          <a:p>
            <a:endParaRPr lang="en-US" dirty="0"/>
          </a:p>
        </p:txBody>
      </p:sp>
      <p:sp>
        <p:nvSpPr>
          <p:cNvPr id="9" name="Text Placeholder 10">
            <a:extLst>
              <a:ext uri="{FF2B5EF4-FFF2-40B4-BE49-F238E27FC236}">
                <a16:creationId xmlns:a16="http://schemas.microsoft.com/office/drawing/2014/main" id="{BE2030D7-0D43-0B27-9C9E-5DC298F10014}"/>
              </a:ext>
            </a:extLst>
          </p:cNvPr>
          <p:cNvSpPr>
            <a:spLocks noGrp="1"/>
          </p:cNvSpPr>
          <p:nvPr>
            <p:ph type="body" sz="quarter" idx="19"/>
          </p:nvPr>
        </p:nvSpPr>
        <p:spPr>
          <a:xfrm>
            <a:off x="946149" y="4269635"/>
            <a:ext cx="2280000" cy="2280922"/>
          </a:xfrm>
        </p:spPr>
        <p:txBody>
          <a:bodyPr>
            <a:normAutofit/>
          </a:bodyPr>
          <a:lstStyle>
            <a:lvl1pPr algn="ctr">
              <a:defRPr sz="1400"/>
            </a:lvl1pPr>
            <a:lvl2pPr>
              <a:defRPr sz="933"/>
            </a:lvl2pPr>
            <a:lvl3pPr>
              <a:defRPr sz="800"/>
            </a:lvl3pPr>
            <a:lvl4pPr>
              <a:defRPr sz="733"/>
            </a:lvl4pPr>
            <a:lvl5pPr>
              <a:defRPr sz="733"/>
            </a:lvl5pPr>
          </a:lstStyle>
          <a:p>
            <a:pPr lvl="0"/>
            <a:r>
              <a:rPr lang="en-US" dirty="0"/>
              <a:t>Click to edit Master text styles</a:t>
            </a:r>
          </a:p>
        </p:txBody>
      </p:sp>
      <p:sp>
        <p:nvSpPr>
          <p:cNvPr id="10" name="Text Placeholder 10">
            <a:extLst>
              <a:ext uri="{FF2B5EF4-FFF2-40B4-BE49-F238E27FC236}">
                <a16:creationId xmlns:a16="http://schemas.microsoft.com/office/drawing/2014/main" id="{E7C3AC4C-0728-EA70-0208-48DA92F8E25B}"/>
              </a:ext>
            </a:extLst>
          </p:cNvPr>
          <p:cNvSpPr>
            <a:spLocks noGrp="1"/>
          </p:cNvSpPr>
          <p:nvPr>
            <p:ph type="body" sz="quarter" idx="16"/>
          </p:nvPr>
        </p:nvSpPr>
        <p:spPr>
          <a:xfrm>
            <a:off x="3668624" y="3552657"/>
            <a:ext cx="2280000" cy="593320"/>
          </a:xfrm>
        </p:spPr>
        <p:txBody>
          <a:bodyPr vert="horz" lIns="91440" tIns="45720" rIns="91440" bIns="45720" rtlCol="0" anchor="b">
            <a:noAutofit/>
          </a:bodyPr>
          <a:lstStyle>
            <a:lvl1pPr>
              <a:defRPr lang="en-US" sz="1450" b="1" dirty="0"/>
            </a:lvl1pPr>
          </a:lstStyle>
          <a:p>
            <a:pPr lvl="0" algn="ctr"/>
            <a:r>
              <a:rPr lang="en-US" dirty="0"/>
              <a:t>Click to edit Master text styles</a:t>
            </a:r>
          </a:p>
        </p:txBody>
      </p:sp>
      <p:sp>
        <p:nvSpPr>
          <p:cNvPr id="11" name="Text Placeholder 10">
            <a:extLst>
              <a:ext uri="{FF2B5EF4-FFF2-40B4-BE49-F238E27FC236}">
                <a16:creationId xmlns:a16="http://schemas.microsoft.com/office/drawing/2014/main" id="{76FE8311-66BA-388F-FC3A-C926E9AB5B95}"/>
              </a:ext>
            </a:extLst>
          </p:cNvPr>
          <p:cNvSpPr>
            <a:spLocks noGrp="1"/>
          </p:cNvSpPr>
          <p:nvPr>
            <p:ph type="body" sz="quarter" idx="29"/>
          </p:nvPr>
        </p:nvSpPr>
        <p:spPr>
          <a:xfrm>
            <a:off x="955083" y="3552658"/>
            <a:ext cx="2280000" cy="593319"/>
          </a:xfrm>
        </p:spPr>
        <p:txBody>
          <a:bodyPr anchor="b">
            <a:noAutofit/>
          </a:bodyPr>
          <a:lstStyle>
            <a:lvl1pPr algn="ctr">
              <a:defRPr sz="1450" b="1"/>
            </a:lvl1pPr>
            <a:lvl2pPr>
              <a:defRPr sz="933" b="1"/>
            </a:lvl2pPr>
            <a:lvl3pPr>
              <a:defRPr sz="800" b="1"/>
            </a:lvl3pPr>
            <a:lvl4pPr>
              <a:defRPr sz="733" b="1"/>
            </a:lvl4pPr>
            <a:lvl5pPr>
              <a:defRPr sz="733" b="1"/>
            </a:lvl5pPr>
          </a:lstStyle>
          <a:p>
            <a:pPr lvl="0"/>
            <a:r>
              <a:rPr lang="en-US" dirty="0"/>
              <a:t>Click to edit Master text styles</a:t>
            </a:r>
          </a:p>
        </p:txBody>
      </p:sp>
      <p:sp>
        <p:nvSpPr>
          <p:cNvPr id="12" name="Text Placeholder 10">
            <a:extLst>
              <a:ext uri="{FF2B5EF4-FFF2-40B4-BE49-F238E27FC236}">
                <a16:creationId xmlns:a16="http://schemas.microsoft.com/office/drawing/2014/main" id="{AC484342-4478-CC7E-084E-9962D8CF8F10}"/>
              </a:ext>
            </a:extLst>
          </p:cNvPr>
          <p:cNvSpPr>
            <a:spLocks noGrp="1"/>
          </p:cNvSpPr>
          <p:nvPr>
            <p:ph type="body" sz="quarter" idx="30"/>
          </p:nvPr>
        </p:nvSpPr>
        <p:spPr>
          <a:xfrm>
            <a:off x="8976433" y="3533950"/>
            <a:ext cx="2280000" cy="612027"/>
          </a:xfrm>
        </p:spPr>
        <p:txBody>
          <a:bodyPr vert="horz" lIns="91440" tIns="45720" rIns="91440" bIns="45720" rtlCol="0" anchor="b">
            <a:noAutofit/>
          </a:bodyPr>
          <a:lstStyle>
            <a:lvl1pPr>
              <a:defRPr lang="en-US" sz="1450" b="1" dirty="0"/>
            </a:lvl1pPr>
          </a:lstStyle>
          <a:p>
            <a:pPr lvl="0" algn="ctr"/>
            <a:r>
              <a:rPr lang="en-US" dirty="0"/>
              <a:t>Click to edit Master text styles</a:t>
            </a:r>
          </a:p>
        </p:txBody>
      </p:sp>
      <p:sp>
        <p:nvSpPr>
          <p:cNvPr id="13" name="Text Placeholder 10">
            <a:extLst>
              <a:ext uri="{FF2B5EF4-FFF2-40B4-BE49-F238E27FC236}">
                <a16:creationId xmlns:a16="http://schemas.microsoft.com/office/drawing/2014/main" id="{5C32913F-F483-F3E6-F746-A61E2C57FA2E}"/>
              </a:ext>
            </a:extLst>
          </p:cNvPr>
          <p:cNvSpPr>
            <a:spLocks noGrp="1"/>
          </p:cNvSpPr>
          <p:nvPr>
            <p:ph type="body" sz="quarter" idx="31"/>
          </p:nvPr>
        </p:nvSpPr>
        <p:spPr>
          <a:xfrm>
            <a:off x="3657180" y="4264186"/>
            <a:ext cx="2280000" cy="2284780"/>
          </a:xfrm>
        </p:spPr>
        <p:txBody>
          <a:bodyPr>
            <a:normAutofit/>
          </a:bodyPr>
          <a:lstStyle>
            <a:lvl1pPr algn="ctr">
              <a:defRPr sz="1400"/>
            </a:lvl1pPr>
            <a:lvl2pPr>
              <a:defRPr sz="933"/>
            </a:lvl2pPr>
            <a:lvl3pPr>
              <a:defRPr sz="800"/>
            </a:lvl3pPr>
            <a:lvl4pPr>
              <a:defRPr sz="733"/>
            </a:lvl4pPr>
            <a:lvl5pPr>
              <a:defRPr sz="733"/>
            </a:lvl5pPr>
          </a:lstStyle>
          <a:p>
            <a:pPr lvl="0"/>
            <a:r>
              <a:rPr lang="en-US" dirty="0"/>
              <a:t>Click to edit Master text styles</a:t>
            </a:r>
          </a:p>
        </p:txBody>
      </p:sp>
      <p:sp>
        <p:nvSpPr>
          <p:cNvPr id="14" name="Text Placeholder 10">
            <a:extLst>
              <a:ext uri="{FF2B5EF4-FFF2-40B4-BE49-F238E27FC236}">
                <a16:creationId xmlns:a16="http://schemas.microsoft.com/office/drawing/2014/main" id="{B26C2D3C-6E1C-7667-EDD6-191FD1AE7CCC}"/>
              </a:ext>
            </a:extLst>
          </p:cNvPr>
          <p:cNvSpPr>
            <a:spLocks noGrp="1"/>
          </p:cNvSpPr>
          <p:nvPr>
            <p:ph type="body" sz="quarter" idx="32"/>
          </p:nvPr>
        </p:nvSpPr>
        <p:spPr>
          <a:xfrm>
            <a:off x="6311445" y="4261197"/>
            <a:ext cx="2280000" cy="2284780"/>
          </a:xfrm>
        </p:spPr>
        <p:txBody>
          <a:bodyPr>
            <a:normAutofit/>
          </a:bodyPr>
          <a:lstStyle>
            <a:lvl1pPr algn="ctr">
              <a:defRPr sz="1400"/>
            </a:lvl1pPr>
            <a:lvl2pPr>
              <a:defRPr sz="933"/>
            </a:lvl2pPr>
            <a:lvl3pPr>
              <a:defRPr sz="800"/>
            </a:lvl3pPr>
            <a:lvl4pPr>
              <a:defRPr sz="733"/>
            </a:lvl4pPr>
            <a:lvl5pPr>
              <a:defRPr sz="733"/>
            </a:lvl5pPr>
          </a:lstStyle>
          <a:p>
            <a:pPr lvl="0"/>
            <a:r>
              <a:rPr lang="en-US" dirty="0"/>
              <a:t>Click to edit Master text styles</a:t>
            </a:r>
          </a:p>
        </p:txBody>
      </p:sp>
      <p:sp>
        <p:nvSpPr>
          <p:cNvPr id="8" name="Chart Placeholder 22">
            <a:extLst>
              <a:ext uri="{FF2B5EF4-FFF2-40B4-BE49-F238E27FC236}">
                <a16:creationId xmlns:a16="http://schemas.microsoft.com/office/drawing/2014/main" id="{CF347009-0E55-741D-6D7C-6B43E4CE86BC}"/>
              </a:ext>
            </a:extLst>
          </p:cNvPr>
          <p:cNvSpPr>
            <a:spLocks noGrp="1"/>
          </p:cNvSpPr>
          <p:nvPr>
            <p:ph type="chart" sz="quarter" idx="33"/>
          </p:nvPr>
        </p:nvSpPr>
        <p:spPr>
          <a:xfrm>
            <a:off x="9097541" y="1744903"/>
            <a:ext cx="2037784" cy="1684283"/>
          </a:xfrm>
        </p:spPr>
        <p:txBody>
          <a:bodyPr/>
          <a:lstStyle/>
          <a:p>
            <a:endParaRPr lang="en-US" dirty="0"/>
          </a:p>
        </p:txBody>
      </p:sp>
      <p:sp>
        <p:nvSpPr>
          <p:cNvPr id="15" name="Text Placeholder 10">
            <a:extLst>
              <a:ext uri="{FF2B5EF4-FFF2-40B4-BE49-F238E27FC236}">
                <a16:creationId xmlns:a16="http://schemas.microsoft.com/office/drawing/2014/main" id="{EC55C3F7-B22C-152D-7615-CD7BC6E42C74}"/>
              </a:ext>
            </a:extLst>
          </p:cNvPr>
          <p:cNvSpPr>
            <a:spLocks noGrp="1"/>
          </p:cNvSpPr>
          <p:nvPr>
            <p:ph type="body" sz="quarter" idx="34"/>
          </p:nvPr>
        </p:nvSpPr>
        <p:spPr>
          <a:xfrm>
            <a:off x="6311445" y="3552657"/>
            <a:ext cx="2280000" cy="593320"/>
          </a:xfrm>
        </p:spPr>
        <p:txBody>
          <a:bodyPr vert="horz" lIns="91440" tIns="45720" rIns="91440" bIns="45720" rtlCol="0" anchor="b">
            <a:noAutofit/>
          </a:bodyPr>
          <a:lstStyle>
            <a:lvl1pPr>
              <a:defRPr lang="en-US" sz="1450" b="1" dirty="0"/>
            </a:lvl1pPr>
          </a:lstStyle>
          <a:p>
            <a:pPr lvl="0" algn="ctr"/>
            <a:r>
              <a:rPr lang="en-US" dirty="0"/>
              <a:t>Click to edit Master text styles</a:t>
            </a:r>
          </a:p>
        </p:txBody>
      </p:sp>
      <p:sp>
        <p:nvSpPr>
          <p:cNvPr id="16" name="Text Placeholder 10">
            <a:extLst>
              <a:ext uri="{FF2B5EF4-FFF2-40B4-BE49-F238E27FC236}">
                <a16:creationId xmlns:a16="http://schemas.microsoft.com/office/drawing/2014/main" id="{3439DAC3-92C8-8924-2239-98C1B1438EE5}"/>
              </a:ext>
            </a:extLst>
          </p:cNvPr>
          <p:cNvSpPr>
            <a:spLocks noGrp="1"/>
          </p:cNvSpPr>
          <p:nvPr>
            <p:ph type="body" sz="quarter" idx="35"/>
          </p:nvPr>
        </p:nvSpPr>
        <p:spPr>
          <a:xfrm>
            <a:off x="8965710" y="4261197"/>
            <a:ext cx="2280000" cy="2289360"/>
          </a:xfrm>
        </p:spPr>
        <p:txBody>
          <a:bodyPr>
            <a:normAutofit/>
          </a:bodyPr>
          <a:lstStyle>
            <a:lvl1pPr algn="ctr">
              <a:defRPr sz="1400"/>
            </a:lvl1pPr>
            <a:lvl2pPr>
              <a:defRPr sz="933"/>
            </a:lvl2pPr>
            <a:lvl3pPr>
              <a:defRPr sz="800"/>
            </a:lvl3pPr>
            <a:lvl4pPr>
              <a:defRPr sz="733"/>
            </a:lvl4pPr>
            <a:lvl5pPr>
              <a:defRPr sz="733"/>
            </a:lvl5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36D06B9C-93EB-45B0-4511-666F107C217D}"/>
              </a:ext>
            </a:extLst>
          </p:cNvPr>
          <p:cNvCxnSpPr>
            <a:cxnSpLocks/>
          </p:cNvCxnSpPr>
          <p:nvPr userDrawn="1"/>
        </p:nvCxnSpPr>
        <p:spPr>
          <a:xfrm>
            <a:off x="3418957" y="2700716"/>
            <a:ext cx="0" cy="34831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F0D90E4-170C-EC86-93CF-D40E387BEA18}"/>
              </a:ext>
            </a:extLst>
          </p:cNvPr>
          <p:cNvCxnSpPr>
            <a:cxnSpLocks/>
          </p:cNvCxnSpPr>
          <p:nvPr userDrawn="1"/>
        </p:nvCxnSpPr>
        <p:spPr>
          <a:xfrm>
            <a:off x="6096000" y="2642478"/>
            <a:ext cx="0" cy="34831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F88ACC9-D567-7389-1AB6-A63C551744DF}"/>
              </a:ext>
            </a:extLst>
          </p:cNvPr>
          <p:cNvCxnSpPr>
            <a:cxnSpLocks/>
          </p:cNvCxnSpPr>
          <p:nvPr userDrawn="1"/>
        </p:nvCxnSpPr>
        <p:spPr>
          <a:xfrm>
            <a:off x="8772000" y="2700716"/>
            <a:ext cx="0" cy="34831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92852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D2F24407-DA77-DCD4-EBEA-0323D4D4C2AE}"/>
              </a:ext>
            </a:extLst>
          </p:cNvPr>
          <p:cNvSpPr>
            <a:spLocks noGrp="1"/>
          </p:cNvSpPr>
          <p:nvPr>
            <p:ph type="sldNum" sz="quarter" idx="10"/>
          </p:nvPr>
        </p:nvSpPr>
        <p:spPr/>
        <p:txBody>
          <a:bodyPr/>
          <a:lstStyle/>
          <a:p>
            <a:fld id="{F5342A4C-1D06-4798-B51F-D5804CA03D28}" type="slidenum">
              <a:rPr lang="en-ID" smtClean="0"/>
              <a:pPr/>
              <a:t>‹#›</a:t>
            </a:fld>
            <a:endParaRPr lang="en-ID" dirty="0"/>
          </a:p>
        </p:txBody>
      </p:sp>
      <p:sp>
        <p:nvSpPr>
          <p:cNvPr id="4" name="Нижний колонтитул 3">
            <a:extLst>
              <a:ext uri="{FF2B5EF4-FFF2-40B4-BE49-F238E27FC236}">
                <a16:creationId xmlns:a16="http://schemas.microsoft.com/office/drawing/2014/main" id="{7E820DD2-3E07-5E7B-0EAC-567564449FA0}"/>
              </a:ext>
            </a:extLst>
          </p:cNvPr>
          <p:cNvSpPr>
            <a:spLocks noGrp="1"/>
          </p:cNvSpPr>
          <p:nvPr>
            <p:ph type="ftr" sz="quarter" idx="11"/>
          </p:nvPr>
        </p:nvSpPr>
        <p:spPr/>
        <p:txBody>
          <a:bodyPr/>
          <a:lstStyle>
            <a:lvl1pPr>
              <a:defRPr sz="1250"/>
            </a:lvl1pPr>
          </a:lstStyle>
          <a:p>
            <a:r>
              <a:rPr lang="en-ID" dirty="0"/>
              <a:t>PRESENTATION TITLE</a:t>
            </a:r>
          </a:p>
        </p:txBody>
      </p:sp>
      <p:sp>
        <p:nvSpPr>
          <p:cNvPr id="5" name="Title 1">
            <a:extLst>
              <a:ext uri="{FF2B5EF4-FFF2-40B4-BE49-F238E27FC236}">
                <a16:creationId xmlns:a16="http://schemas.microsoft.com/office/drawing/2014/main" id="{AC8CF52B-4DF2-0B87-45DE-FD8E2F9A9288}"/>
              </a:ext>
            </a:extLst>
          </p:cNvPr>
          <p:cNvSpPr>
            <a:spLocks noGrp="1"/>
          </p:cNvSpPr>
          <p:nvPr>
            <p:ph type="title"/>
          </p:nvPr>
        </p:nvSpPr>
        <p:spPr>
          <a:xfrm>
            <a:off x="946149" y="309034"/>
            <a:ext cx="10310284" cy="856379"/>
          </a:xfrm>
        </p:spPr>
        <p:txBody>
          <a:bodyPr anchor="t">
            <a:normAutofit/>
          </a:bodyPr>
          <a:lstStyle>
            <a:lvl1pPr algn="l" defTabSz="914446" rtl="0" eaLnBrk="1" latinLnBrk="0" hangingPunct="1">
              <a:lnSpc>
                <a:spcPct val="90000"/>
              </a:lnSpc>
              <a:spcBef>
                <a:spcPct val="0"/>
              </a:spcBef>
              <a:buNone/>
              <a:defRPr lang="en-US" sz="4400" kern="1200" dirty="0">
                <a:solidFill>
                  <a:schemeClr val="tx1"/>
                </a:solidFill>
                <a:latin typeface="+mj-lt"/>
                <a:ea typeface="+mj-ea"/>
                <a:cs typeface="+mj-cs"/>
              </a:defRPr>
            </a:lvl1pPr>
          </a:lstStyle>
          <a:p>
            <a:r>
              <a:rPr lang="en-US" dirty="0"/>
              <a:t>Click to edit Master title style</a:t>
            </a:r>
            <a:endParaRPr lang="en-ID" dirty="0"/>
          </a:p>
        </p:txBody>
      </p:sp>
      <p:sp>
        <p:nvSpPr>
          <p:cNvPr id="6" name="Table Placeholder 5">
            <a:extLst>
              <a:ext uri="{FF2B5EF4-FFF2-40B4-BE49-F238E27FC236}">
                <a16:creationId xmlns:a16="http://schemas.microsoft.com/office/drawing/2014/main" id="{1E0F643C-E288-FB3D-08C0-C3EDD923C9A7}"/>
              </a:ext>
            </a:extLst>
          </p:cNvPr>
          <p:cNvSpPr>
            <a:spLocks noGrp="1"/>
          </p:cNvSpPr>
          <p:nvPr>
            <p:ph type="tbl" sz="quarter" idx="12"/>
          </p:nvPr>
        </p:nvSpPr>
        <p:spPr>
          <a:xfrm>
            <a:off x="1692093" y="1975946"/>
            <a:ext cx="8807815" cy="4573021"/>
          </a:xfrm>
        </p:spPr>
        <p:txBody>
          <a:bodyPr/>
          <a:lstStyle/>
          <a:p>
            <a:endParaRPr lang="en-UZ" dirty="0"/>
          </a:p>
        </p:txBody>
      </p:sp>
      <p:sp>
        <p:nvSpPr>
          <p:cNvPr id="7" name="Text Placeholder 10">
            <a:extLst>
              <a:ext uri="{FF2B5EF4-FFF2-40B4-BE49-F238E27FC236}">
                <a16:creationId xmlns:a16="http://schemas.microsoft.com/office/drawing/2014/main" id="{41269A83-EB5A-F97F-787A-A683F270325D}"/>
              </a:ext>
            </a:extLst>
          </p:cNvPr>
          <p:cNvSpPr>
            <a:spLocks noGrp="1"/>
          </p:cNvSpPr>
          <p:nvPr>
            <p:ph type="body" sz="quarter" idx="24"/>
          </p:nvPr>
        </p:nvSpPr>
        <p:spPr>
          <a:xfrm>
            <a:off x="1692093" y="1400349"/>
            <a:ext cx="8807815" cy="340659"/>
          </a:xfrm>
        </p:spPr>
        <p:txBody>
          <a:bodyPr anchor="b">
            <a:noAutofit/>
          </a:bodyPr>
          <a:lstStyle>
            <a:lvl1pPr>
              <a:defRPr sz="1450" b="1"/>
            </a:lvl1pPr>
            <a:lvl2pPr>
              <a:defRPr sz="933" b="1"/>
            </a:lvl2pPr>
            <a:lvl3pPr>
              <a:defRPr sz="800" b="1"/>
            </a:lvl3pPr>
            <a:lvl4pPr>
              <a:defRPr sz="733" b="1"/>
            </a:lvl4pPr>
            <a:lvl5pPr>
              <a:defRPr sz="733" b="1"/>
            </a:lvl5pPr>
          </a:lstStyle>
          <a:p>
            <a:pPr lvl="0"/>
            <a:r>
              <a:rPr lang="en-US" dirty="0"/>
              <a:t>Click to edit Master text styles</a:t>
            </a:r>
          </a:p>
        </p:txBody>
      </p:sp>
    </p:spTree>
    <p:extLst>
      <p:ext uri="{BB962C8B-B14F-4D97-AF65-F5344CB8AC3E}">
        <p14:creationId xmlns:p14="http://schemas.microsoft.com/office/powerpoint/2010/main" val="37108133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Slide">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D2F24407-DA77-DCD4-EBEA-0323D4D4C2AE}"/>
              </a:ext>
            </a:extLst>
          </p:cNvPr>
          <p:cNvSpPr>
            <a:spLocks noGrp="1"/>
          </p:cNvSpPr>
          <p:nvPr>
            <p:ph type="sldNum" sz="quarter" idx="10"/>
          </p:nvPr>
        </p:nvSpPr>
        <p:spPr/>
        <p:txBody>
          <a:bodyPr/>
          <a:lstStyle/>
          <a:p>
            <a:fld id="{F5342A4C-1D06-4798-B51F-D5804CA03D28}" type="slidenum">
              <a:rPr lang="en-ID" smtClean="0"/>
              <a:pPr/>
              <a:t>‹#›</a:t>
            </a:fld>
            <a:endParaRPr lang="en-ID" dirty="0"/>
          </a:p>
        </p:txBody>
      </p:sp>
      <p:sp>
        <p:nvSpPr>
          <p:cNvPr id="4" name="Нижний колонтитул 3">
            <a:extLst>
              <a:ext uri="{FF2B5EF4-FFF2-40B4-BE49-F238E27FC236}">
                <a16:creationId xmlns:a16="http://schemas.microsoft.com/office/drawing/2014/main" id="{7E820DD2-3E07-5E7B-0EAC-567564449FA0}"/>
              </a:ext>
            </a:extLst>
          </p:cNvPr>
          <p:cNvSpPr>
            <a:spLocks noGrp="1"/>
          </p:cNvSpPr>
          <p:nvPr>
            <p:ph type="ftr" sz="quarter" idx="11"/>
          </p:nvPr>
        </p:nvSpPr>
        <p:spPr/>
        <p:txBody>
          <a:bodyPr/>
          <a:lstStyle>
            <a:lvl1pPr>
              <a:defRPr sz="1250"/>
            </a:lvl1pPr>
          </a:lstStyle>
          <a:p>
            <a:r>
              <a:rPr lang="en-ID" dirty="0"/>
              <a:t>PRESENTATION TITLE</a:t>
            </a:r>
          </a:p>
        </p:txBody>
      </p:sp>
      <p:sp>
        <p:nvSpPr>
          <p:cNvPr id="5" name="Title 1">
            <a:extLst>
              <a:ext uri="{FF2B5EF4-FFF2-40B4-BE49-F238E27FC236}">
                <a16:creationId xmlns:a16="http://schemas.microsoft.com/office/drawing/2014/main" id="{AC8CF52B-4DF2-0B87-45DE-FD8E2F9A9288}"/>
              </a:ext>
            </a:extLst>
          </p:cNvPr>
          <p:cNvSpPr>
            <a:spLocks noGrp="1"/>
          </p:cNvSpPr>
          <p:nvPr>
            <p:ph type="title"/>
          </p:nvPr>
        </p:nvSpPr>
        <p:spPr>
          <a:xfrm>
            <a:off x="946149" y="309034"/>
            <a:ext cx="10310284" cy="856379"/>
          </a:xfrm>
        </p:spPr>
        <p:txBody>
          <a:bodyPr anchor="t">
            <a:normAutofit/>
          </a:bodyPr>
          <a:lstStyle>
            <a:lvl1pPr algn="l" defTabSz="914446" rtl="0" eaLnBrk="1" latinLnBrk="0" hangingPunct="1">
              <a:lnSpc>
                <a:spcPct val="90000"/>
              </a:lnSpc>
              <a:spcBef>
                <a:spcPct val="0"/>
              </a:spcBef>
              <a:buNone/>
              <a:defRPr lang="en-US" sz="4400" kern="1200" dirty="0">
                <a:solidFill>
                  <a:schemeClr val="tx1"/>
                </a:solidFill>
                <a:latin typeface="+mj-lt"/>
                <a:ea typeface="+mj-ea"/>
                <a:cs typeface="+mj-cs"/>
              </a:defRPr>
            </a:lvl1pPr>
          </a:lstStyle>
          <a:p>
            <a:r>
              <a:rPr lang="en-US" dirty="0"/>
              <a:t>Click to edit Master title style</a:t>
            </a:r>
            <a:endParaRPr lang="en-ID" dirty="0"/>
          </a:p>
        </p:txBody>
      </p:sp>
    </p:spTree>
    <p:extLst>
      <p:ext uri="{BB962C8B-B14F-4D97-AF65-F5344CB8AC3E}">
        <p14:creationId xmlns:p14="http://schemas.microsoft.com/office/powerpoint/2010/main" val="30746904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D2F24407-DA77-DCD4-EBEA-0323D4D4C2AE}"/>
              </a:ext>
            </a:extLst>
          </p:cNvPr>
          <p:cNvSpPr>
            <a:spLocks noGrp="1"/>
          </p:cNvSpPr>
          <p:nvPr>
            <p:ph type="sldNum" sz="quarter" idx="10"/>
          </p:nvPr>
        </p:nvSpPr>
        <p:spPr/>
        <p:txBody>
          <a:bodyPr/>
          <a:lstStyle/>
          <a:p>
            <a:fld id="{F5342A4C-1D06-4798-B51F-D5804CA03D28}" type="slidenum">
              <a:rPr lang="en-ID" smtClean="0"/>
              <a:pPr/>
              <a:t>‹#›</a:t>
            </a:fld>
            <a:endParaRPr lang="en-ID" dirty="0"/>
          </a:p>
        </p:txBody>
      </p:sp>
      <p:sp>
        <p:nvSpPr>
          <p:cNvPr id="4" name="Нижний колонтитул 3">
            <a:extLst>
              <a:ext uri="{FF2B5EF4-FFF2-40B4-BE49-F238E27FC236}">
                <a16:creationId xmlns:a16="http://schemas.microsoft.com/office/drawing/2014/main" id="{7E820DD2-3E07-5E7B-0EAC-567564449FA0}"/>
              </a:ext>
            </a:extLst>
          </p:cNvPr>
          <p:cNvSpPr>
            <a:spLocks noGrp="1"/>
          </p:cNvSpPr>
          <p:nvPr>
            <p:ph type="ftr" sz="quarter" idx="11"/>
          </p:nvPr>
        </p:nvSpPr>
        <p:spPr/>
        <p:txBody>
          <a:bodyPr/>
          <a:lstStyle>
            <a:lvl1pPr>
              <a:defRPr sz="1250"/>
            </a:lvl1pPr>
          </a:lstStyle>
          <a:p>
            <a:r>
              <a:rPr lang="en-ID" dirty="0"/>
              <a:t>PRESENTATION TITLE</a:t>
            </a:r>
          </a:p>
        </p:txBody>
      </p:sp>
    </p:spTree>
    <p:extLst>
      <p:ext uri="{BB962C8B-B14F-4D97-AF65-F5344CB8AC3E}">
        <p14:creationId xmlns:p14="http://schemas.microsoft.com/office/powerpoint/2010/main" val="10625736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itle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944665" y="1274474"/>
            <a:ext cx="10311768" cy="4309053"/>
          </a:xfrm>
        </p:spPr>
        <p:txBody>
          <a:bodyPr lIns="0" anchor="ctr">
            <a:noAutofit/>
          </a:bodyPr>
          <a:lstStyle>
            <a:lvl1pPr algn="l">
              <a:lnSpc>
                <a:spcPct val="100000"/>
              </a:lnSpc>
              <a:defRPr sz="7667"/>
            </a:lvl1pPr>
          </a:lstStyle>
          <a:p>
            <a:r>
              <a:rPr lang="en-US" dirty="0"/>
              <a:t>Click to edit Master title style</a:t>
            </a:r>
          </a:p>
        </p:txBody>
      </p:sp>
      <p:sp>
        <p:nvSpPr>
          <p:cNvPr id="3" name="Subtitle 2"/>
          <p:cNvSpPr>
            <a:spLocks noGrp="1"/>
          </p:cNvSpPr>
          <p:nvPr>
            <p:ph type="subTitle" idx="1"/>
          </p:nvPr>
        </p:nvSpPr>
        <p:spPr>
          <a:xfrm>
            <a:off x="944665" y="5885912"/>
            <a:ext cx="4851084" cy="663054"/>
          </a:xfrm>
        </p:spPr>
        <p:txBody>
          <a:bodyPr anchor="b">
            <a:normAutofit/>
          </a:bodyPr>
          <a:lstStyle>
            <a:lvl1pPr marL="0" indent="0" algn="l">
              <a:buNone/>
              <a:defRPr sz="1200" b="1"/>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en-US" dirty="0"/>
              <a:t>Click to edit Master subtitle style</a:t>
            </a:r>
          </a:p>
        </p:txBody>
      </p:sp>
      <p:sp>
        <p:nvSpPr>
          <p:cNvPr id="5" name="Footer Placeholder 4"/>
          <p:cNvSpPr>
            <a:spLocks noGrp="1"/>
          </p:cNvSpPr>
          <p:nvPr>
            <p:ph type="ftr" sz="quarter" idx="11"/>
          </p:nvPr>
        </p:nvSpPr>
        <p:spPr>
          <a:xfrm>
            <a:off x="116906" y="307975"/>
            <a:ext cx="413319" cy="6240991"/>
          </a:xfrm>
        </p:spPr>
        <p:txBody>
          <a:bodyPr/>
          <a:lstStyle>
            <a:lvl1pPr algn="ctr">
              <a:defRPr sz="1250"/>
            </a:lvl1pPr>
          </a:lstStyle>
          <a:p>
            <a:r>
              <a:rPr lang="en-ID" dirty="0"/>
              <a:t>PRESENTATION TITLE</a:t>
            </a:r>
          </a:p>
        </p:txBody>
      </p:sp>
      <p:sp>
        <p:nvSpPr>
          <p:cNvPr id="12" name="Text Placeholder 11">
            <a:extLst>
              <a:ext uri="{FF2B5EF4-FFF2-40B4-BE49-F238E27FC236}">
                <a16:creationId xmlns:a16="http://schemas.microsoft.com/office/drawing/2014/main" id="{C6FBC030-7547-D6BF-8EBD-57B72AEB38B7}"/>
              </a:ext>
            </a:extLst>
          </p:cNvPr>
          <p:cNvSpPr>
            <a:spLocks noGrp="1"/>
          </p:cNvSpPr>
          <p:nvPr>
            <p:ph type="body" sz="quarter" idx="12"/>
          </p:nvPr>
        </p:nvSpPr>
        <p:spPr>
          <a:xfrm>
            <a:off x="944665" y="318134"/>
            <a:ext cx="4800600" cy="663054"/>
          </a:xfrm>
        </p:spPr>
        <p:txBody>
          <a:bodyPr anchor="t">
            <a:normAutofit/>
          </a:bodyPr>
          <a:lstStyle>
            <a:lvl1pPr>
              <a:defRPr sz="1200" b="1"/>
            </a:lvl1pPr>
          </a:lstStyle>
          <a:p>
            <a:pPr lvl="0"/>
            <a:r>
              <a:rPr lang="en-US" dirty="0"/>
              <a:t>Click to edit Master text styles</a:t>
            </a:r>
          </a:p>
        </p:txBody>
      </p:sp>
    </p:spTree>
    <p:extLst>
      <p:ext uri="{BB962C8B-B14F-4D97-AF65-F5344CB8AC3E}">
        <p14:creationId xmlns:p14="http://schemas.microsoft.com/office/powerpoint/2010/main" val="2560710700"/>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0" y="0"/>
            <a:ext cx="1066667" cy="400000"/>
          </a:xfrm>
          <a:prstGeom prst="rect">
            <a:avLst/>
          </a:prstGeom>
          <a:extLst>
            <a:ext uri="{C572A759-6A51-4108-AA02-DFA0A04FC94B}">
              <ma14:wrappingTextBoxFlag xmlns:ma14="http://schemas.microsoft.com/office/mac/drawingml/2011/main" xmlns="" val="0"/>
            </a:ext>
          </a:extLst>
        </p:spPr>
        <p:txBody>
          <a:bodyPr/>
          <a:lstStyle>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3247651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8F8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46150" y="309034"/>
            <a:ext cx="10316477" cy="138165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35567" y="1825626"/>
            <a:ext cx="10320867" cy="472334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Freeform: Shape 26">
            <a:extLst>
              <a:ext uri="{FF2B5EF4-FFF2-40B4-BE49-F238E27FC236}">
                <a16:creationId xmlns:a16="http://schemas.microsoft.com/office/drawing/2014/main" id="{72E2DED4-AC97-59C1-4563-8FE8C48783CD}"/>
              </a:ext>
            </a:extLst>
          </p:cNvPr>
          <p:cNvSpPr/>
          <p:nvPr/>
        </p:nvSpPr>
        <p:spPr>
          <a:xfrm>
            <a:off x="0" y="0"/>
            <a:ext cx="635000" cy="6858000"/>
          </a:xfrm>
          <a:custGeom>
            <a:avLst/>
            <a:gdLst>
              <a:gd name="connsiteX0" fmla="*/ 0 w 952500"/>
              <a:gd name="connsiteY0" fmla="*/ 0 h 10287000"/>
              <a:gd name="connsiteX1" fmla="*/ 952500 w 952500"/>
              <a:gd name="connsiteY1" fmla="*/ 0 h 10287000"/>
              <a:gd name="connsiteX2" fmla="*/ 952500 w 952500"/>
              <a:gd name="connsiteY2" fmla="*/ 10287000 h 10287000"/>
              <a:gd name="connsiteX3" fmla="*/ 0 w 952500"/>
              <a:gd name="connsiteY3" fmla="*/ 10287000 h 10287000"/>
            </a:gdLst>
            <a:ahLst/>
            <a:cxnLst>
              <a:cxn ang="0">
                <a:pos x="connsiteX0" y="connsiteY0"/>
              </a:cxn>
              <a:cxn ang="0">
                <a:pos x="connsiteX1" y="connsiteY1"/>
              </a:cxn>
              <a:cxn ang="0">
                <a:pos x="connsiteX2" y="connsiteY2"/>
              </a:cxn>
              <a:cxn ang="0">
                <a:pos x="connsiteX3" y="connsiteY3"/>
              </a:cxn>
            </a:cxnLst>
            <a:rect l="l" t="t" r="r" b="b"/>
            <a:pathLst>
              <a:path w="952500" h="10287000">
                <a:moveTo>
                  <a:pt x="0" y="0"/>
                </a:moveTo>
                <a:lnTo>
                  <a:pt x="952500" y="0"/>
                </a:lnTo>
                <a:lnTo>
                  <a:pt x="952500" y="10287000"/>
                </a:lnTo>
                <a:lnTo>
                  <a:pt x="0" y="10287000"/>
                </a:lnTo>
                <a:close/>
              </a:path>
            </a:pathLst>
          </a:custGeom>
          <a:solidFill>
            <a:srgbClr val="FFFFFF"/>
          </a:solidFill>
          <a:ln w="9525" cap="flat">
            <a:noFill/>
            <a:prstDash val="solid"/>
            <a:miter/>
          </a:ln>
        </p:spPr>
        <p:txBody>
          <a:bodyPr rtlCol="0" anchor="ctr"/>
          <a:lstStyle/>
          <a:p>
            <a:endParaRPr lang="en-ID" sz="1200"/>
          </a:p>
        </p:txBody>
      </p:sp>
      <p:sp>
        <p:nvSpPr>
          <p:cNvPr id="28" name="Freeform: Shape 27">
            <a:extLst>
              <a:ext uri="{FF2B5EF4-FFF2-40B4-BE49-F238E27FC236}">
                <a16:creationId xmlns:a16="http://schemas.microsoft.com/office/drawing/2014/main" id="{09C32838-03BA-A3E4-8A58-3457020075FA}"/>
              </a:ext>
            </a:extLst>
          </p:cNvPr>
          <p:cNvSpPr/>
          <p:nvPr/>
        </p:nvSpPr>
        <p:spPr>
          <a:xfrm>
            <a:off x="635000" y="0"/>
            <a:ext cx="6350" cy="6858000"/>
          </a:xfrm>
          <a:custGeom>
            <a:avLst/>
            <a:gdLst>
              <a:gd name="connsiteX0" fmla="*/ 0 w 9525"/>
              <a:gd name="connsiteY0" fmla="*/ 0 h 10287000"/>
              <a:gd name="connsiteX1" fmla="*/ 0 w 9525"/>
              <a:gd name="connsiteY1" fmla="*/ 10287000 h 10287000"/>
            </a:gdLst>
            <a:ahLst/>
            <a:cxnLst>
              <a:cxn ang="0">
                <a:pos x="connsiteX0" y="connsiteY0"/>
              </a:cxn>
              <a:cxn ang="0">
                <a:pos x="connsiteX1" y="connsiteY1"/>
              </a:cxn>
            </a:cxnLst>
            <a:rect l="l" t="t" r="r" b="b"/>
            <a:pathLst>
              <a:path w="9525" h="10287000">
                <a:moveTo>
                  <a:pt x="0" y="0"/>
                </a:moveTo>
                <a:lnTo>
                  <a:pt x="0" y="10287000"/>
                </a:lnTo>
              </a:path>
            </a:pathLst>
          </a:custGeom>
          <a:noFill/>
          <a:ln w="19050" cap="flat">
            <a:solidFill>
              <a:schemeClr val="tx1">
                <a:lumMod val="50000"/>
                <a:lumOff val="50000"/>
              </a:schemeClr>
            </a:solidFill>
            <a:prstDash val="solid"/>
            <a:miter/>
          </a:ln>
        </p:spPr>
        <p:txBody>
          <a:bodyPr rtlCol="0" anchor="ctr"/>
          <a:lstStyle/>
          <a:p>
            <a:endParaRPr lang="en-ID" sz="1200"/>
          </a:p>
        </p:txBody>
      </p:sp>
      <p:sp>
        <p:nvSpPr>
          <p:cNvPr id="6" name="Slide Number Placeholder 5"/>
          <p:cNvSpPr>
            <a:spLocks noGrp="1"/>
          </p:cNvSpPr>
          <p:nvPr userDrawn="1">
            <p:ph type="sldNum" sz="quarter" idx="4"/>
          </p:nvPr>
        </p:nvSpPr>
        <p:spPr>
          <a:xfrm>
            <a:off x="1" y="6183842"/>
            <a:ext cx="628649" cy="365125"/>
          </a:xfrm>
          <a:prstGeom prst="rect">
            <a:avLst/>
          </a:prstGeom>
        </p:spPr>
        <p:txBody>
          <a:bodyPr vert="horz" lIns="91440" tIns="45720" rIns="91440" bIns="45720" rtlCol="0" anchor="ctr"/>
          <a:lstStyle>
            <a:lvl1pPr algn="ctr">
              <a:defRPr sz="1210">
                <a:solidFill>
                  <a:schemeClr val="tx1"/>
                </a:solidFill>
                <a:latin typeface="Montserrat Bold" pitchFamily="2" charset="0"/>
              </a:defRPr>
            </a:lvl1pPr>
          </a:lstStyle>
          <a:p>
            <a:fld id="{F5342A4C-1D06-4798-B51F-D5804CA03D28}" type="slidenum">
              <a:rPr lang="en-ID" smtClean="0"/>
              <a:pPr/>
              <a:t>‹#›</a:t>
            </a:fld>
            <a:endParaRPr lang="en-ID" dirty="0"/>
          </a:p>
        </p:txBody>
      </p:sp>
      <p:sp>
        <p:nvSpPr>
          <p:cNvPr id="5" name="Footer Placeholder 4"/>
          <p:cNvSpPr>
            <a:spLocks noGrp="1"/>
          </p:cNvSpPr>
          <p:nvPr userDrawn="1">
            <p:ph type="ftr" sz="quarter" idx="3"/>
          </p:nvPr>
        </p:nvSpPr>
        <p:spPr>
          <a:xfrm>
            <a:off x="110841" y="309034"/>
            <a:ext cx="413319" cy="3121025"/>
          </a:xfrm>
          <a:prstGeom prst="rect">
            <a:avLst/>
          </a:prstGeom>
        </p:spPr>
        <p:txBody>
          <a:bodyPr vert="vert270" lIns="91440" tIns="45720" rIns="91440" bIns="45720" rtlCol="0" anchor="ctr"/>
          <a:lstStyle>
            <a:lvl1pPr algn="r">
              <a:defRPr sz="1200">
                <a:solidFill>
                  <a:schemeClr val="tx1"/>
                </a:solidFill>
                <a:latin typeface="Montserrat Bold" pitchFamily="2" charset="0"/>
              </a:defRPr>
            </a:lvl1pPr>
          </a:lstStyle>
          <a:p>
            <a:r>
              <a:rPr lang="en-ID" dirty="0"/>
              <a:t>PRESENTATION TITLE</a:t>
            </a:r>
          </a:p>
        </p:txBody>
      </p:sp>
    </p:spTree>
    <p:extLst>
      <p:ext uri="{BB962C8B-B14F-4D97-AF65-F5344CB8AC3E}">
        <p14:creationId xmlns:p14="http://schemas.microsoft.com/office/powerpoint/2010/main" val="235826894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60" r:id="rId21"/>
    <p:sldLayoutId id="2147483682" r:id="rId22"/>
  </p:sldLayoutIdLst>
  <p:hf hdr="0" dt="0"/>
  <p:txStyles>
    <p:titleStyle>
      <a:lvl1pPr algn="l" defTabSz="914446"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360018" rtl="0" eaLnBrk="1" latinLnBrk="0" hangingPunct="1">
        <a:lnSpc>
          <a:spcPct val="130000"/>
        </a:lnSpc>
        <a:spcBef>
          <a:spcPts val="0"/>
        </a:spcBef>
        <a:buFont typeface="Arial" panose="020B0604020202020204" pitchFamily="34" charset="0"/>
        <a:buNone/>
        <a:defRPr sz="1200" kern="1200">
          <a:solidFill>
            <a:schemeClr val="tx1"/>
          </a:solidFill>
          <a:latin typeface="+mn-lt"/>
          <a:ea typeface="+mn-ea"/>
          <a:cs typeface="+mn-cs"/>
        </a:defRPr>
      </a:lvl1pPr>
      <a:lvl2pPr marL="457223" indent="0" algn="l" defTabSz="360018" rtl="0" eaLnBrk="1" latinLnBrk="0" hangingPunct="1">
        <a:lnSpc>
          <a:spcPct val="130000"/>
        </a:lnSpc>
        <a:spcBef>
          <a:spcPts val="0"/>
        </a:spcBef>
        <a:buFont typeface="Arial" panose="020B0604020202020204" pitchFamily="34" charset="0"/>
        <a:buNone/>
        <a:defRPr sz="933" kern="1200">
          <a:solidFill>
            <a:schemeClr val="tx1"/>
          </a:solidFill>
          <a:latin typeface="+mn-lt"/>
          <a:ea typeface="+mn-ea"/>
          <a:cs typeface="+mn-cs"/>
        </a:defRPr>
      </a:lvl2pPr>
      <a:lvl3pPr marL="914446" indent="0" algn="l" defTabSz="360018" rtl="0" eaLnBrk="1" latinLnBrk="0" hangingPunct="1">
        <a:lnSpc>
          <a:spcPct val="130000"/>
        </a:lnSpc>
        <a:spcBef>
          <a:spcPts val="0"/>
        </a:spcBef>
        <a:buFont typeface="Arial" panose="020B0604020202020204" pitchFamily="34" charset="0"/>
        <a:buNone/>
        <a:defRPr sz="800" kern="1200">
          <a:solidFill>
            <a:schemeClr val="tx1"/>
          </a:solidFill>
          <a:latin typeface="+mn-lt"/>
          <a:ea typeface="+mn-ea"/>
          <a:cs typeface="+mn-cs"/>
        </a:defRPr>
      </a:lvl3pPr>
      <a:lvl4pPr marL="1371669" indent="0" algn="l" defTabSz="360018" rtl="0" eaLnBrk="1" latinLnBrk="0" hangingPunct="1">
        <a:lnSpc>
          <a:spcPct val="130000"/>
        </a:lnSpc>
        <a:spcBef>
          <a:spcPts val="0"/>
        </a:spcBef>
        <a:buFont typeface="Arial" panose="020B0604020202020204" pitchFamily="34" charset="0"/>
        <a:buNone/>
        <a:defRPr sz="733" kern="1200">
          <a:solidFill>
            <a:schemeClr val="tx1"/>
          </a:solidFill>
          <a:latin typeface="+mn-lt"/>
          <a:ea typeface="+mn-ea"/>
          <a:cs typeface="+mn-cs"/>
        </a:defRPr>
      </a:lvl4pPr>
      <a:lvl5pPr marL="1828891" indent="0" algn="l" defTabSz="360018" rtl="0" eaLnBrk="1" latinLnBrk="0" hangingPunct="1">
        <a:lnSpc>
          <a:spcPct val="130000"/>
        </a:lnSpc>
        <a:spcBef>
          <a:spcPts val="0"/>
        </a:spcBef>
        <a:buFont typeface="Arial" panose="020B0604020202020204" pitchFamily="34" charset="0"/>
        <a:buNone/>
        <a:defRPr sz="733"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40">
          <p15:clr>
            <a:srgbClr val="F26B43"/>
          </p15:clr>
        </p15:guide>
        <p15:guide id="2" pos="5760">
          <p15:clr>
            <a:srgbClr val="F26B43"/>
          </p15:clr>
        </p15:guide>
        <p15:guide id="4" orient="horz" pos="292">
          <p15:clr>
            <a:srgbClr val="F26B43"/>
          </p15:clr>
        </p15:guide>
        <p15:guide id="5" orient="horz" pos="6188">
          <p15:clr>
            <a:srgbClr val="F26B43"/>
          </p15:clr>
        </p15:guide>
        <p15:guide id="6" pos="884">
          <p15:clr>
            <a:srgbClr val="F26B43"/>
          </p15:clr>
        </p15:guide>
        <p15:guide id="7" pos="106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hyperlink" Target="https://www.bleepingcomputer.com/news/security/githubs-new-policies-allow-removal-of-poc-exploits-used-in-attacks/"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hyperlink" Target="https://padmavathydhillonphd.blogspot.com/"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hyperlink" Target="https://templates.rjuuc.edu.np/en/github-pr-template.htm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hyperlink" Target="https://pixabay.com/en/checklist-task-to-do-list-plan-1295319/" TargetMode="External"/><Relationship Id="rId5" Type="http://schemas.openxmlformats.org/officeDocument/2006/relationships/image" Target="../media/image6.png"/><Relationship Id="rId4" Type="http://schemas.openxmlformats.org/officeDocument/2006/relationships/hyperlink" Target="https://openclipart.org/detail/15871"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8" Type="http://schemas.openxmlformats.org/officeDocument/2006/relationships/hyperlink" Target="https://www.goodfreephotos.com/other-photos/numbers/blue-number-1.png.php" TargetMode="External"/><Relationship Id="rId3" Type="http://schemas.openxmlformats.org/officeDocument/2006/relationships/image" Target="../media/image7.png"/><Relationship Id="rId7"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https://webcatalog.io/webcatalog/apps/github/"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hyperlink" Target="https://www.flickr.com/photos/49968232@N00/23561731223" TargetMode="External"/><Relationship Id="rId2" Type="http://schemas.openxmlformats.org/officeDocument/2006/relationships/notesSlide" Target="../notesSlides/notesSlide10.xml"/><Relationship Id="rId1" Type="http://schemas.openxmlformats.org/officeDocument/2006/relationships/slideLayout" Target="../slideLayouts/slideLayout19.xml"/><Relationship Id="rId6" Type="http://schemas.openxmlformats.org/officeDocument/2006/relationships/image" Target="../media/image12.jpg"/><Relationship Id="rId5" Type="http://schemas.openxmlformats.org/officeDocument/2006/relationships/image" Target="../media/image11.png"/><Relationship Id="rId4" Type="http://schemas.openxmlformats.org/officeDocument/2006/relationships/hyperlink" Target="https://webcatalog.io/webcatalog/apps/github/"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9.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hyperlink" Target="https://webcatalog.io/webcatalog/apps/github/"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9.xml"/><Relationship Id="rId4" Type="http://schemas.openxmlformats.org/officeDocument/2006/relationships/hyperlink" Target="https://webcatalog.io/webcatalog/apps/github/"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9.xml"/><Relationship Id="rId4" Type="http://schemas.openxmlformats.org/officeDocument/2006/relationships/hyperlink" Target="https://webcatalog.io/webcatalog/apps/github/"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ebcatalog.io/webcatalog/apps/github/" TargetMode="External"/><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hyperlink" Target="https://webcatalog.io/webcatalog/apps/github/" TargetMode="External"/><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hyperlink" Target="https://webcatalog.io/webcatalog/apps/github/" TargetMode="External"/><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hyperlink" Target="https://webcatalog.io/webcatalog/apps/github/" TargetMode="External"/><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9.xml"/><Relationship Id="rId6" Type="http://schemas.openxmlformats.org/officeDocument/2006/relationships/hyperlink" Target="https://www.pexels.com/de/foto/computer-laptop-technologie-ultrabook-538969/" TargetMode="External"/><Relationship Id="rId5" Type="http://schemas.openxmlformats.org/officeDocument/2006/relationships/image" Target="../media/image17.jpeg"/><Relationship Id="rId4" Type="http://schemas.openxmlformats.org/officeDocument/2006/relationships/hyperlink" Target="https://webcatalog.io/webcatalog/apps/github/"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1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hyperlink" Target="https://www.pexels.com/de/foto/computer-laptop-technologie-ultrabook-538969/"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1.xml"/><Relationship Id="rId1" Type="http://schemas.openxmlformats.org/officeDocument/2006/relationships/slideLayout" Target="../slideLayouts/slideLayout19.xml"/><Relationship Id="rId5" Type="http://schemas.openxmlformats.org/officeDocument/2006/relationships/image" Target="../media/image23.png"/><Relationship Id="rId4" Type="http://schemas.openxmlformats.org/officeDocument/2006/relationships/hyperlink" Target="https://www.pexels.com/de/foto/computer-laptop-technologie-ultrabook-538969/"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2.xml"/><Relationship Id="rId1" Type="http://schemas.openxmlformats.org/officeDocument/2006/relationships/slideLayout" Target="../slideLayouts/slideLayout19.xml"/><Relationship Id="rId5" Type="http://schemas.openxmlformats.org/officeDocument/2006/relationships/image" Target="../media/image24.png"/><Relationship Id="rId4" Type="http://schemas.openxmlformats.org/officeDocument/2006/relationships/hyperlink" Target="https://www.pexels.com/de/foto/computer-laptop-technologie-ultrabook-538969/"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3.xml"/><Relationship Id="rId1" Type="http://schemas.openxmlformats.org/officeDocument/2006/relationships/slideLayout" Target="../slideLayouts/slideLayout19.xml"/><Relationship Id="rId5" Type="http://schemas.openxmlformats.org/officeDocument/2006/relationships/image" Target="../media/image25.png"/><Relationship Id="rId4" Type="http://schemas.openxmlformats.org/officeDocument/2006/relationships/hyperlink" Target="https://www.pexels.com/de/foto/computer-laptop-technologie-ultrabook-538969/"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0.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19.xml"/><Relationship Id="rId4" Type="http://schemas.openxmlformats.org/officeDocument/2006/relationships/hyperlink" Target="https://webcatalog.io/webcatalog/apps/github/"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19.xml"/><Relationship Id="rId6" Type="http://schemas.openxmlformats.org/officeDocument/2006/relationships/hyperlink" Target="https://www.iconfinder.com/icons/332151/code_coding_css_developer_html_php_programming_icon" TargetMode="External"/><Relationship Id="rId5" Type="http://schemas.openxmlformats.org/officeDocument/2006/relationships/image" Target="../media/image31.png"/><Relationship Id="rId4" Type="http://schemas.openxmlformats.org/officeDocument/2006/relationships/hyperlink" Target="https://www.iconfinder.com/icons/420785/code_coding_css_development_editor_html_programming_icon"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www.iconfinder.com/icons/332151/code_coding_css_developer_html_php_programming_icon" TargetMode="External"/><Relationship Id="rId2" Type="http://schemas.openxmlformats.org/officeDocument/2006/relationships/image" Target="../media/image31.png"/><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openxmlformats.org/officeDocument/2006/relationships/hyperlink" Target="https://www.iconfinder.com/icons/332151/code_coding_css_developer_html_php_programming_icon" TargetMode="External"/><Relationship Id="rId2" Type="http://schemas.openxmlformats.org/officeDocument/2006/relationships/image" Target="../media/image31.png"/><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19.xml"/><Relationship Id="rId4" Type="http://schemas.openxmlformats.org/officeDocument/2006/relationships/hyperlink" Target="https://webcatalog.io/webcatalog/apps/github/"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11.xml"/><Relationship Id="rId5" Type="http://schemas.openxmlformats.org/officeDocument/2006/relationships/image" Target="../media/image35.svg"/><Relationship Id="rId4" Type="http://schemas.openxmlformats.org/officeDocument/2006/relationships/hyperlink" Target="https://saraford.net/tag/pull-requests/" TargetMode="External"/></Relationships>
</file>

<file path=ppt/slides/_rels/slide3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3.xml"/><Relationship Id="rId1" Type="http://schemas.openxmlformats.org/officeDocument/2006/relationships/slideLayout" Target="../slideLayouts/slideLayout11.xml"/><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11.xml"/><Relationship Id="rId4" Type="http://schemas.openxmlformats.org/officeDocument/2006/relationships/image" Target="../media/image40.png"/></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19.xml"/><Relationship Id="rId4" Type="http://schemas.openxmlformats.org/officeDocument/2006/relationships/hyperlink" Target="https://www.iconfinder.com/icons/332151/code_coding_css_developer_html_php_programming_icon"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37.xml"/><Relationship Id="rId1" Type="http://schemas.openxmlformats.org/officeDocument/2006/relationships/slideLayout" Target="../slideLayouts/slideLayout10.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hyperlink" Target="https://icon-library.com/icon/thinking-icon-3.html"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10.xml"/><Relationship Id="rId5" Type="http://schemas.openxmlformats.org/officeDocument/2006/relationships/hyperlink" Target="https://www.shareicon.net/silhouette-happy-posture-jump-jumping-child-people-family-icons-boy-man-686402" TargetMode="External"/><Relationship Id="rId4" Type="http://schemas.openxmlformats.org/officeDocument/2006/relationships/image" Target="../media/image46.png"/></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19.xml"/><Relationship Id="rId4" Type="http://schemas.openxmlformats.org/officeDocument/2006/relationships/hyperlink" Target="https://webcatalog.io/webcatalog/apps/github/"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8" Type="http://schemas.openxmlformats.org/officeDocument/2006/relationships/hyperlink" Target="https://www.gitkraken.com/learn/git/git-flow" TargetMode="External"/><Relationship Id="rId3" Type="http://schemas.openxmlformats.org/officeDocument/2006/relationships/image" Target="../media/image7.png"/><Relationship Id="rId7" Type="http://schemas.openxmlformats.org/officeDocument/2006/relationships/hyperlink" Target="https://www.geeksforgeeks.org/ultimate-guide-git-github/?ref=gcse_ind" TargetMode="External"/><Relationship Id="rId2" Type="http://schemas.openxmlformats.org/officeDocument/2006/relationships/notesSlide" Target="../notesSlides/notesSlide44.xml"/><Relationship Id="rId1" Type="http://schemas.openxmlformats.org/officeDocument/2006/relationships/slideLayout" Target="../slideLayouts/slideLayout19.xml"/><Relationship Id="rId6" Type="http://schemas.openxmlformats.org/officeDocument/2006/relationships/hyperlink" Target="https://www.geeksforgeeks.org/version-control-systems/" TargetMode="External"/><Relationship Id="rId5" Type="http://schemas.openxmlformats.org/officeDocument/2006/relationships/hyperlink" Target="https://docs.github.com/en/pull-requests/collaborating-with-pull-requests/proposing-changes-to-your-work-with-pull-requests/creating-and-deleting-branches-within-your-repository" TargetMode="External"/><Relationship Id="rId4" Type="http://schemas.openxmlformats.org/officeDocument/2006/relationships/hyperlink" Target="https://webcatalog.io/webcatalog/apps/github/" TargetMode="External"/><Relationship Id="rId9" Type="http://schemas.openxmlformats.org/officeDocument/2006/relationships/hyperlink" Target="https://www.atlassian.com/git/tutorials/comparing-workflows/gitflow-workflo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008C1-0F0A-919E-C526-186F291A5DE1}"/>
              </a:ext>
            </a:extLst>
          </p:cNvPr>
          <p:cNvSpPr>
            <a:spLocks noGrp="1"/>
          </p:cNvSpPr>
          <p:nvPr>
            <p:ph type="ctrTitle"/>
          </p:nvPr>
        </p:nvSpPr>
        <p:spPr/>
        <p:txBody>
          <a:bodyPr/>
          <a:lstStyle/>
          <a:p>
            <a:r>
              <a:rPr lang="en-ID" dirty="0"/>
              <a:t>GitHub Workflow Basics</a:t>
            </a:r>
          </a:p>
        </p:txBody>
      </p:sp>
      <p:sp>
        <p:nvSpPr>
          <p:cNvPr id="4" name="Footer Placeholder 3">
            <a:extLst>
              <a:ext uri="{FF2B5EF4-FFF2-40B4-BE49-F238E27FC236}">
                <a16:creationId xmlns:a16="http://schemas.microsoft.com/office/drawing/2014/main" id="{D8E02E11-B3AA-7554-48C9-523774D9AA0E}"/>
              </a:ext>
            </a:extLst>
          </p:cNvPr>
          <p:cNvSpPr>
            <a:spLocks noGrp="1"/>
          </p:cNvSpPr>
          <p:nvPr>
            <p:ph type="ftr" sz="quarter" idx="11"/>
          </p:nvPr>
        </p:nvSpPr>
        <p:spPr/>
        <p:txBody>
          <a:bodyPr/>
          <a:lstStyle/>
          <a:p>
            <a:r>
              <a:rPr lang="en-ID" dirty="0"/>
              <a:t>GitHub Workflow Basics</a:t>
            </a:r>
          </a:p>
        </p:txBody>
      </p:sp>
      <p:sp>
        <p:nvSpPr>
          <p:cNvPr id="5" name="Text Placeholder 4">
            <a:extLst>
              <a:ext uri="{FF2B5EF4-FFF2-40B4-BE49-F238E27FC236}">
                <a16:creationId xmlns:a16="http://schemas.microsoft.com/office/drawing/2014/main" id="{5C9194AB-E552-9351-5F4B-C638CD80D166}"/>
              </a:ext>
            </a:extLst>
          </p:cNvPr>
          <p:cNvSpPr>
            <a:spLocks noGrp="1"/>
          </p:cNvSpPr>
          <p:nvPr>
            <p:ph type="body" sz="quarter" idx="12"/>
          </p:nvPr>
        </p:nvSpPr>
        <p:spPr>
          <a:xfrm>
            <a:off x="944664" y="318133"/>
            <a:ext cx="5151335" cy="956339"/>
          </a:xfrm>
        </p:spPr>
        <p:txBody>
          <a:bodyPr>
            <a:normAutofit/>
          </a:bodyPr>
          <a:lstStyle/>
          <a:p>
            <a:pPr marL="0" indent="0">
              <a:buNone/>
            </a:pPr>
            <a:r>
              <a:rPr lang="en-ID" dirty="0"/>
              <a:t>Presentation by Daniel Perez</a:t>
            </a:r>
          </a:p>
          <a:p>
            <a:pPr marL="0" indent="0">
              <a:buNone/>
            </a:pPr>
            <a:r>
              <a:rPr lang="en-ID" dirty="0"/>
              <a:t>Graduate Fellow</a:t>
            </a:r>
          </a:p>
          <a:p>
            <a:pPr marL="0" indent="0">
              <a:buNone/>
            </a:pPr>
            <a:r>
              <a:rPr lang="en-ID" dirty="0"/>
              <a:t>Murty Sunak Quantitative Computing Lab</a:t>
            </a:r>
          </a:p>
        </p:txBody>
      </p:sp>
    </p:spTree>
    <p:extLst>
      <p:ext uri="{BB962C8B-B14F-4D97-AF65-F5344CB8AC3E}">
        <p14:creationId xmlns:p14="http://schemas.microsoft.com/office/powerpoint/2010/main" val="1356807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67579-28E4-63FF-E8BD-CFAA6ABD1109}"/>
              </a:ext>
            </a:extLst>
          </p:cNvPr>
          <p:cNvSpPr>
            <a:spLocks noGrp="1"/>
          </p:cNvSpPr>
          <p:nvPr>
            <p:ph type="title"/>
          </p:nvPr>
        </p:nvSpPr>
        <p:spPr/>
        <p:txBody>
          <a:bodyPr/>
          <a:lstStyle/>
          <a:p>
            <a:r>
              <a:rPr lang="en-US" dirty="0"/>
              <a:t>Requirements</a:t>
            </a:r>
          </a:p>
        </p:txBody>
      </p:sp>
      <p:sp>
        <p:nvSpPr>
          <p:cNvPr id="3" name="Footer Placeholder 2">
            <a:extLst>
              <a:ext uri="{FF2B5EF4-FFF2-40B4-BE49-F238E27FC236}">
                <a16:creationId xmlns:a16="http://schemas.microsoft.com/office/drawing/2014/main" id="{FE93980B-9129-2675-37D9-DBBCF42FF9CA}"/>
              </a:ext>
            </a:extLst>
          </p:cNvPr>
          <p:cNvSpPr>
            <a:spLocks noGrp="1"/>
          </p:cNvSpPr>
          <p:nvPr>
            <p:ph type="ftr" sz="quarter" idx="10"/>
          </p:nvPr>
        </p:nvSpPr>
        <p:spPr/>
        <p:txBody>
          <a:bodyPr/>
          <a:lstStyle/>
          <a:p>
            <a:r>
              <a:rPr lang="en-ID" dirty="0"/>
              <a:t>GitHub Workflow Basics</a:t>
            </a:r>
          </a:p>
        </p:txBody>
      </p:sp>
      <p:sp>
        <p:nvSpPr>
          <p:cNvPr id="4" name="Slide Number Placeholder 3">
            <a:extLst>
              <a:ext uri="{FF2B5EF4-FFF2-40B4-BE49-F238E27FC236}">
                <a16:creationId xmlns:a16="http://schemas.microsoft.com/office/drawing/2014/main" id="{59EAC3F9-964F-964D-5A28-BBD6CC3C5167}"/>
              </a:ext>
            </a:extLst>
          </p:cNvPr>
          <p:cNvSpPr>
            <a:spLocks noGrp="1"/>
          </p:cNvSpPr>
          <p:nvPr>
            <p:ph type="sldNum" sz="quarter" idx="11"/>
          </p:nvPr>
        </p:nvSpPr>
        <p:spPr/>
        <p:txBody>
          <a:bodyPr/>
          <a:lstStyle/>
          <a:p>
            <a:fld id="{F5342A4C-1D06-4798-B51F-D5804CA03D28}" type="slidenum">
              <a:rPr lang="en-ID" smtClean="0"/>
              <a:pPr/>
              <a:t>2</a:t>
            </a:fld>
            <a:endParaRPr lang="en-ID" dirty="0"/>
          </a:p>
        </p:txBody>
      </p:sp>
      <p:sp>
        <p:nvSpPr>
          <p:cNvPr id="10" name="Text Placeholder 9">
            <a:extLst>
              <a:ext uri="{FF2B5EF4-FFF2-40B4-BE49-F238E27FC236}">
                <a16:creationId xmlns:a16="http://schemas.microsoft.com/office/drawing/2014/main" id="{7AF11EEE-E2F9-582A-DA34-E6C598B44198}"/>
              </a:ext>
            </a:extLst>
          </p:cNvPr>
          <p:cNvSpPr>
            <a:spLocks noGrp="1"/>
          </p:cNvSpPr>
          <p:nvPr>
            <p:ph type="body" sz="quarter" idx="23"/>
          </p:nvPr>
        </p:nvSpPr>
        <p:spPr>
          <a:xfrm>
            <a:off x="946149" y="1165890"/>
            <a:ext cx="10452536" cy="1741434"/>
          </a:xfrm>
        </p:spPr>
        <p:txBody>
          <a:bodyPr/>
          <a:lstStyle/>
          <a:p>
            <a:pPr marL="457200" indent="-457200">
              <a:buFont typeface="Wingdings" pitchFamily="2" charset="2"/>
              <a:buChar char="Ø"/>
            </a:pPr>
            <a:r>
              <a:rPr lang="en-US" sz="3200" dirty="0"/>
              <a:t>GitHub desktop installed</a:t>
            </a:r>
          </a:p>
          <a:p>
            <a:pPr marL="457200" indent="-457200">
              <a:buFont typeface="Wingdings" pitchFamily="2" charset="2"/>
              <a:buChar char="Ø"/>
            </a:pPr>
            <a:r>
              <a:rPr lang="en-US" sz="3200" dirty="0"/>
              <a:t>Account and Logged into GitHub</a:t>
            </a:r>
          </a:p>
          <a:p>
            <a:pPr marL="457200" indent="-457200">
              <a:buFont typeface="Wingdings" pitchFamily="2" charset="2"/>
              <a:buChar char="Ø"/>
            </a:pPr>
            <a:r>
              <a:rPr lang="en-US" sz="3200" dirty="0"/>
              <a:t>Create a working directory in your computer </a:t>
            </a:r>
          </a:p>
        </p:txBody>
      </p:sp>
      <p:pic>
        <p:nvPicPr>
          <p:cNvPr id="12" name="Picture 11">
            <a:extLst>
              <a:ext uri="{FF2B5EF4-FFF2-40B4-BE49-F238E27FC236}">
                <a16:creationId xmlns:a16="http://schemas.microsoft.com/office/drawing/2014/main" id="{6A8E11C8-582B-3839-AEC9-46865A9E0739}"/>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l="5841" r="6411"/>
          <a:stretch/>
        </p:blipFill>
        <p:spPr>
          <a:xfrm>
            <a:off x="3199473" y="3245379"/>
            <a:ext cx="5793054" cy="3293620"/>
          </a:xfrm>
          <a:prstGeom prst="rect">
            <a:avLst/>
          </a:prstGeom>
        </p:spPr>
      </p:pic>
    </p:spTree>
    <p:extLst>
      <p:ext uri="{BB962C8B-B14F-4D97-AF65-F5344CB8AC3E}">
        <p14:creationId xmlns:p14="http://schemas.microsoft.com/office/powerpoint/2010/main" val="2839253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06875D7-1112-653B-FFC6-44AD1EFC9054}"/>
              </a:ext>
            </a:extLst>
          </p:cNvPr>
          <p:cNvSpPr>
            <a:spLocks noGrp="1"/>
          </p:cNvSpPr>
          <p:nvPr>
            <p:ph type="ftr" sz="quarter" idx="10"/>
          </p:nvPr>
        </p:nvSpPr>
        <p:spPr/>
        <p:txBody>
          <a:bodyPr/>
          <a:lstStyle/>
          <a:p>
            <a:r>
              <a:rPr lang="en-ID"/>
              <a:t>GitHub Workflow Basics</a:t>
            </a:r>
            <a:endParaRPr lang="en-ID" dirty="0"/>
          </a:p>
        </p:txBody>
      </p:sp>
      <p:sp>
        <p:nvSpPr>
          <p:cNvPr id="4" name="Slide Number Placeholder 3">
            <a:extLst>
              <a:ext uri="{FF2B5EF4-FFF2-40B4-BE49-F238E27FC236}">
                <a16:creationId xmlns:a16="http://schemas.microsoft.com/office/drawing/2014/main" id="{F85B65C9-74F1-0FAE-68F7-15C9289F972B}"/>
              </a:ext>
            </a:extLst>
          </p:cNvPr>
          <p:cNvSpPr>
            <a:spLocks noGrp="1"/>
          </p:cNvSpPr>
          <p:nvPr>
            <p:ph type="sldNum" sz="quarter" idx="11"/>
          </p:nvPr>
        </p:nvSpPr>
        <p:spPr/>
        <p:txBody>
          <a:bodyPr/>
          <a:lstStyle/>
          <a:p>
            <a:fld id="{F5342A4C-1D06-4798-B51F-D5804CA03D28}" type="slidenum">
              <a:rPr lang="en-ID" smtClean="0"/>
              <a:pPr/>
              <a:t>3</a:t>
            </a:fld>
            <a:endParaRPr lang="en-ID" dirty="0"/>
          </a:p>
        </p:txBody>
      </p:sp>
      <p:sp>
        <p:nvSpPr>
          <p:cNvPr id="8" name="Text Placeholder 7">
            <a:extLst>
              <a:ext uri="{FF2B5EF4-FFF2-40B4-BE49-F238E27FC236}">
                <a16:creationId xmlns:a16="http://schemas.microsoft.com/office/drawing/2014/main" id="{9ABD813A-3D77-FE49-6A32-011119119CA4}"/>
              </a:ext>
            </a:extLst>
          </p:cNvPr>
          <p:cNvSpPr>
            <a:spLocks noGrp="1"/>
          </p:cNvSpPr>
          <p:nvPr>
            <p:ph type="body" sz="quarter" idx="21"/>
          </p:nvPr>
        </p:nvSpPr>
        <p:spPr>
          <a:xfrm>
            <a:off x="1564125" y="3623734"/>
            <a:ext cx="10310283" cy="2945422"/>
          </a:xfrm>
          <a:noFill/>
        </p:spPr>
        <p:txBody>
          <a:bodyPr vert="horz" wrap="square" lIns="91440" tIns="45720" rIns="91440" bIns="45720" rtlCol="0">
            <a:spAutoFit/>
          </a:bodyPr>
          <a:lstStyle/>
          <a:p>
            <a:pPr marL="342900" indent="-342900" defTabSz="457200" fontAlgn="base">
              <a:buFont typeface="Arial" panose="020B0604020202020204" pitchFamily="34" charset="0"/>
              <a:buChar char="•"/>
            </a:pPr>
            <a:r>
              <a:rPr lang="en-US" sz="2400" dirty="0">
                <a:solidFill>
                  <a:srgbClr val="273239"/>
                </a:solidFill>
                <a:latin typeface="Nunito" panose="020F0502020204030204" pitchFamily="34" charset="0"/>
              </a:rPr>
              <a:t>Learn basic concepts of version control systems</a:t>
            </a:r>
          </a:p>
          <a:p>
            <a:pPr marL="342900" indent="-342900" defTabSz="457200" fontAlgn="base">
              <a:buFont typeface="Arial" panose="020B0604020202020204" pitchFamily="34" charset="0"/>
              <a:buChar char="•"/>
            </a:pPr>
            <a:r>
              <a:rPr lang="en-US" sz="2400" dirty="0">
                <a:solidFill>
                  <a:srgbClr val="273239"/>
                </a:solidFill>
                <a:latin typeface="Nunito" panose="020F0502020204030204" pitchFamily="34" charset="0"/>
              </a:rPr>
              <a:t>Learn how to setup a git repository and organization</a:t>
            </a:r>
          </a:p>
          <a:p>
            <a:pPr marL="342900" indent="-342900" defTabSz="457200" fontAlgn="base">
              <a:buFont typeface="Arial" panose="020B0604020202020204" pitchFamily="34" charset="0"/>
              <a:buChar char="•"/>
            </a:pPr>
            <a:r>
              <a:rPr lang="en-US" sz="2400" dirty="0">
                <a:solidFill>
                  <a:srgbClr val="273239"/>
                </a:solidFill>
                <a:latin typeface="Nunito" panose="020F0502020204030204" pitchFamily="34" charset="0"/>
              </a:rPr>
              <a:t>Learn how to setup a project and prepare to contribute to it by cloning and branching</a:t>
            </a:r>
          </a:p>
          <a:p>
            <a:pPr marL="342900" indent="-342900" defTabSz="457200" fontAlgn="base">
              <a:buFont typeface="Arial" panose="020B0604020202020204" pitchFamily="34" charset="0"/>
              <a:buChar char="•"/>
            </a:pPr>
            <a:r>
              <a:rPr lang="en-US" sz="2400" dirty="0">
                <a:solidFill>
                  <a:srgbClr val="273239"/>
                </a:solidFill>
                <a:latin typeface="Nunito" panose="020F0502020204030204" pitchFamily="34" charset="0"/>
              </a:rPr>
              <a:t>Learn how to create and assign issues</a:t>
            </a:r>
          </a:p>
          <a:p>
            <a:pPr marL="342900" indent="-342900" defTabSz="457200" fontAlgn="base">
              <a:buFont typeface="Arial" panose="020B0604020202020204" pitchFamily="34" charset="0"/>
              <a:buChar char="•"/>
            </a:pPr>
            <a:r>
              <a:rPr lang="en-US" sz="2400" dirty="0">
                <a:solidFill>
                  <a:srgbClr val="273239"/>
                </a:solidFill>
                <a:latin typeface="Nunito" panose="020F0502020204030204" pitchFamily="34" charset="0"/>
              </a:rPr>
              <a:t>Learn about pull requests and code review</a:t>
            </a:r>
          </a:p>
        </p:txBody>
      </p:sp>
      <p:pic>
        <p:nvPicPr>
          <p:cNvPr id="15" name="Picture 14" descr="A word with icons and symbols&#10;&#10;Description automatically generated with medium confidence">
            <a:extLst>
              <a:ext uri="{FF2B5EF4-FFF2-40B4-BE49-F238E27FC236}">
                <a16:creationId xmlns:a16="http://schemas.microsoft.com/office/drawing/2014/main" id="{885A488E-910C-4A78-CA9C-FADFB35EE03B}"/>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3238500" y="288844"/>
            <a:ext cx="5715000" cy="3314700"/>
          </a:xfrm>
          <a:prstGeom prst="rect">
            <a:avLst/>
          </a:prstGeom>
        </p:spPr>
      </p:pic>
    </p:spTree>
    <p:extLst>
      <p:ext uri="{BB962C8B-B14F-4D97-AF65-F5344CB8AC3E}">
        <p14:creationId xmlns:p14="http://schemas.microsoft.com/office/powerpoint/2010/main" val="3301727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AD1BF-F3DD-516E-284B-91AAD71BCF76}"/>
              </a:ext>
            </a:extLst>
          </p:cNvPr>
          <p:cNvSpPr>
            <a:spLocks noGrp="1"/>
          </p:cNvSpPr>
          <p:nvPr>
            <p:ph type="title"/>
          </p:nvPr>
        </p:nvSpPr>
        <p:spPr>
          <a:xfrm>
            <a:off x="7385842" y="1512393"/>
            <a:ext cx="1426843" cy="761928"/>
          </a:xfrm>
        </p:spPr>
        <p:txBody>
          <a:bodyPr/>
          <a:lstStyle/>
          <a:p>
            <a:r>
              <a:rPr lang="en-US" dirty="0"/>
              <a:t> 101</a:t>
            </a:r>
          </a:p>
        </p:txBody>
      </p:sp>
      <p:sp>
        <p:nvSpPr>
          <p:cNvPr id="3" name="Footer Placeholder 2">
            <a:extLst>
              <a:ext uri="{FF2B5EF4-FFF2-40B4-BE49-F238E27FC236}">
                <a16:creationId xmlns:a16="http://schemas.microsoft.com/office/drawing/2014/main" id="{1A6AB7B4-D94C-52E9-8A73-0DED2A1ED7C5}"/>
              </a:ext>
            </a:extLst>
          </p:cNvPr>
          <p:cNvSpPr>
            <a:spLocks noGrp="1"/>
          </p:cNvSpPr>
          <p:nvPr>
            <p:ph type="ftr" sz="quarter" idx="10"/>
          </p:nvPr>
        </p:nvSpPr>
        <p:spPr/>
        <p:txBody>
          <a:bodyPr/>
          <a:lstStyle/>
          <a:p>
            <a:r>
              <a:rPr lang="en-ID" dirty="0"/>
              <a:t>GitHub Workflow Basics</a:t>
            </a:r>
          </a:p>
        </p:txBody>
      </p:sp>
      <p:sp>
        <p:nvSpPr>
          <p:cNvPr id="4" name="Slide Number Placeholder 3">
            <a:extLst>
              <a:ext uri="{FF2B5EF4-FFF2-40B4-BE49-F238E27FC236}">
                <a16:creationId xmlns:a16="http://schemas.microsoft.com/office/drawing/2014/main" id="{6FB49260-D50E-EDBB-F463-F9B965FE9D5B}"/>
              </a:ext>
            </a:extLst>
          </p:cNvPr>
          <p:cNvSpPr>
            <a:spLocks noGrp="1"/>
          </p:cNvSpPr>
          <p:nvPr>
            <p:ph type="sldNum" sz="quarter" idx="11"/>
          </p:nvPr>
        </p:nvSpPr>
        <p:spPr/>
        <p:txBody>
          <a:bodyPr/>
          <a:lstStyle/>
          <a:p>
            <a:fld id="{F5342A4C-1D06-4798-B51F-D5804CA03D28}" type="slidenum">
              <a:rPr lang="en-ID" smtClean="0"/>
              <a:pPr/>
              <a:t>4</a:t>
            </a:fld>
            <a:endParaRPr lang="en-ID" dirty="0"/>
          </a:p>
        </p:txBody>
      </p:sp>
      <p:sp>
        <p:nvSpPr>
          <p:cNvPr id="5" name="Text Placeholder 4">
            <a:extLst>
              <a:ext uri="{FF2B5EF4-FFF2-40B4-BE49-F238E27FC236}">
                <a16:creationId xmlns:a16="http://schemas.microsoft.com/office/drawing/2014/main" id="{3F800700-DD35-8EF0-8707-7E94EF53A418}"/>
              </a:ext>
            </a:extLst>
          </p:cNvPr>
          <p:cNvSpPr>
            <a:spLocks noGrp="1"/>
          </p:cNvSpPr>
          <p:nvPr>
            <p:ph type="body" sz="quarter" idx="12"/>
          </p:nvPr>
        </p:nvSpPr>
        <p:spPr>
          <a:xfrm>
            <a:off x="787225" y="3429000"/>
            <a:ext cx="11293934" cy="2272160"/>
          </a:xfrm>
          <a:noFill/>
        </p:spPr>
        <p:txBody>
          <a:bodyPr wrap="square" rtlCol="0">
            <a:spAutoFit/>
          </a:bodyPr>
          <a:lstStyle/>
          <a:p>
            <a:pPr defTabSz="457200" fontAlgn="base"/>
            <a:r>
              <a:rPr lang="en-US" sz="2000" b="1" dirty="0">
                <a:solidFill>
                  <a:srgbClr val="273239"/>
                </a:solidFill>
                <a:latin typeface="Nunito" panose="020F0502020204030204" pitchFamily="34" charset="0"/>
              </a:rPr>
              <a:t>Why do we use a Version Control System (VCS)?</a:t>
            </a:r>
          </a:p>
          <a:p>
            <a:pPr marL="285750" indent="-285750" defTabSz="457200" fontAlgn="base">
              <a:buFont typeface="Arial" panose="020B0604020202020204" pitchFamily="34" charset="0"/>
              <a:buChar char="•"/>
            </a:pPr>
            <a:r>
              <a:rPr lang="en-US" sz="1800" dirty="0">
                <a:solidFill>
                  <a:srgbClr val="273239"/>
                </a:solidFill>
                <a:latin typeface="Nunito" panose="020F0502020204030204" pitchFamily="34" charset="0"/>
              </a:rPr>
              <a:t>Keep a complete change history of every file; the change history contains essential information such as which change was made, who made the change, when the change happened, and why the change was made.</a:t>
            </a:r>
          </a:p>
          <a:p>
            <a:pPr marL="285750" indent="-285750" defTabSz="457200" fontAlgn="base">
              <a:buFont typeface="Arial" panose="020B0604020202020204" pitchFamily="34" charset="0"/>
              <a:buChar char="•"/>
            </a:pPr>
            <a:r>
              <a:rPr lang="en-US" sz="1800" dirty="0">
                <a:solidFill>
                  <a:srgbClr val="273239"/>
                </a:solidFill>
                <a:latin typeface="Nunito" panose="020F0502020204030204" pitchFamily="34" charset="0"/>
              </a:rPr>
              <a:t>Let people work together independently at the same time</a:t>
            </a:r>
          </a:p>
          <a:p>
            <a:pPr marL="285750" indent="-285750" defTabSz="457200" fontAlgn="base">
              <a:buFont typeface="Arial" panose="020B0604020202020204" pitchFamily="34" charset="0"/>
              <a:buChar char="•"/>
            </a:pPr>
            <a:r>
              <a:rPr lang="en-US" sz="1800" dirty="0">
                <a:solidFill>
                  <a:srgbClr val="273239"/>
                </a:solidFill>
                <a:latin typeface="Nunito" panose="020F0502020204030204" pitchFamily="34" charset="0"/>
              </a:rPr>
              <a:t>Make project management easier (traceability, reversibility, backup)</a:t>
            </a:r>
          </a:p>
        </p:txBody>
      </p:sp>
      <p:pic>
        <p:nvPicPr>
          <p:cNvPr id="3076" name="Picture 4">
            <a:extLst>
              <a:ext uri="{FF2B5EF4-FFF2-40B4-BE49-F238E27FC236}">
                <a16:creationId xmlns:a16="http://schemas.microsoft.com/office/drawing/2014/main" id="{1BE519F9-2D9C-51D4-8309-9395D7F760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5800" y="213559"/>
            <a:ext cx="3480399" cy="145016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7904193-8AB3-816F-F59C-DE9E2E73088A}"/>
              </a:ext>
            </a:extLst>
          </p:cNvPr>
          <p:cNvSpPr txBox="1"/>
          <p:nvPr/>
        </p:nvSpPr>
        <p:spPr>
          <a:xfrm>
            <a:off x="787225" y="2245261"/>
            <a:ext cx="11145696" cy="954107"/>
          </a:xfrm>
          <a:prstGeom prst="rect">
            <a:avLst/>
          </a:prstGeom>
          <a:noFill/>
        </p:spPr>
        <p:txBody>
          <a:bodyPr wrap="square" rtlCol="0">
            <a:spAutoFit/>
          </a:bodyPr>
          <a:lstStyle/>
          <a:p>
            <a:r>
              <a:rPr lang="en-US" sz="2000" b="1" i="0" dirty="0">
                <a:solidFill>
                  <a:srgbClr val="273239"/>
                </a:solidFill>
                <a:effectLst/>
                <a:latin typeface="Nunito" pitchFamily="2" charset="77"/>
              </a:rPr>
              <a:t>Version Control System:</a:t>
            </a:r>
          </a:p>
          <a:p>
            <a:r>
              <a:rPr lang="en-US" dirty="0">
                <a:solidFill>
                  <a:srgbClr val="273239"/>
                </a:solidFill>
                <a:latin typeface="Nunito" pitchFamily="2" charset="77"/>
              </a:rPr>
              <a:t>S</a:t>
            </a:r>
            <a:r>
              <a:rPr lang="en-US" b="0" i="0" dirty="0">
                <a:solidFill>
                  <a:srgbClr val="273239"/>
                </a:solidFill>
                <a:effectLst/>
                <a:latin typeface="Nunito" pitchFamily="2" charset="77"/>
              </a:rPr>
              <a:t>oftware tool that helps in recording changes made to files by keeping a track of modifications done in the code. </a:t>
            </a:r>
            <a:endParaRPr lang="en-US" dirty="0"/>
          </a:p>
        </p:txBody>
      </p:sp>
    </p:spTree>
    <p:extLst>
      <p:ext uri="{BB962C8B-B14F-4D97-AF65-F5344CB8AC3E}">
        <p14:creationId xmlns:p14="http://schemas.microsoft.com/office/powerpoint/2010/main" val="4080832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Graphic 7" descr="Cloud with solid fill">
            <a:extLst>
              <a:ext uri="{FF2B5EF4-FFF2-40B4-BE49-F238E27FC236}">
                <a16:creationId xmlns:a16="http://schemas.microsoft.com/office/drawing/2014/main" id="{FF5CEFAE-E262-D2B6-409A-9F4159A128E0}"/>
              </a:ext>
            </a:extLst>
          </p:cNvPr>
          <p:cNvSpPr/>
          <p:nvPr/>
        </p:nvSpPr>
        <p:spPr>
          <a:xfrm>
            <a:off x="6263969" y="1355868"/>
            <a:ext cx="6005785" cy="2804054"/>
          </a:xfrm>
          <a:custGeom>
            <a:avLst/>
            <a:gdLst>
              <a:gd name="connsiteX0" fmla="*/ 3167159 w 3687865"/>
              <a:gd name="connsiteY0" fmla="*/ 1045142 h 2099681"/>
              <a:gd name="connsiteX1" fmla="*/ 3123402 w 3687865"/>
              <a:gd name="connsiteY1" fmla="*/ 1045142 h 2099681"/>
              <a:gd name="connsiteX2" fmla="*/ 3123402 w 3687865"/>
              <a:gd name="connsiteY2" fmla="*/ 1045142 h 2099681"/>
              <a:gd name="connsiteX3" fmla="*/ 2847734 w 3687865"/>
              <a:gd name="connsiteY3" fmla="*/ 511308 h 2099681"/>
              <a:gd name="connsiteX4" fmla="*/ 2248265 w 3687865"/>
              <a:gd name="connsiteY4" fmla="*/ 428170 h 2099681"/>
              <a:gd name="connsiteX5" fmla="*/ 1364376 w 3687865"/>
              <a:gd name="connsiteY5" fmla="*/ 21231 h 2099681"/>
              <a:gd name="connsiteX6" fmla="*/ 760531 w 3687865"/>
              <a:gd name="connsiteY6" fmla="*/ 782600 h 2099681"/>
              <a:gd name="connsiteX7" fmla="*/ 760531 w 3687865"/>
              <a:gd name="connsiteY7" fmla="*/ 791352 h 2099681"/>
              <a:gd name="connsiteX8" fmla="*/ 130432 w 3687865"/>
              <a:gd name="connsiteY8" fmla="*/ 1045142 h 2099681"/>
              <a:gd name="connsiteX9" fmla="*/ 60421 w 3687865"/>
              <a:gd name="connsiteY9" fmla="*/ 1718997 h 2099681"/>
              <a:gd name="connsiteX10" fmla="*/ 624885 w 3687865"/>
              <a:gd name="connsiteY10" fmla="*/ 2095306 h 2099681"/>
              <a:gd name="connsiteX11" fmla="*/ 624885 w 3687865"/>
              <a:gd name="connsiteY11" fmla="*/ 2099682 h 2099681"/>
              <a:gd name="connsiteX12" fmla="*/ 3162783 w 3687865"/>
              <a:gd name="connsiteY12" fmla="*/ 2099682 h 2099681"/>
              <a:gd name="connsiteX13" fmla="*/ 3687865 w 3687865"/>
              <a:gd name="connsiteY13" fmla="*/ 1574600 h 2099681"/>
              <a:gd name="connsiteX14" fmla="*/ 3167159 w 3687865"/>
              <a:gd name="connsiteY14" fmla="*/ 1045142 h 209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7865" h="2099681">
                <a:moveTo>
                  <a:pt x="3167159" y="1045142"/>
                </a:moveTo>
                <a:cubicBezTo>
                  <a:pt x="3154032" y="1045142"/>
                  <a:pt x="3136529" y="1045142"/>
                  <a:pt x="3123402" y="1045142"/>
                </a:cubicBezTo>
                <a:cubicBezTo>
                  <a:pt x="3123402" y="1045142"/>
                  <a:pt x="3123402" y="1045142"/>
                  <a:pt x="3123402" y="1045142"/>
                </a:cubicBezTo>
                <a:cubicBezTo>
                  <a:pt x="3123402" y="830733"/>
                  <a:pt x="3018385" y="633827"/>
                  <a:pt x="2847734" y="511308"/>
                </a:cubicBezTo>
                <a:cubicBezTo>
                  <a:pt x="2672706" y="388789"/>
                  <a:pt x="2449546" y="358159"/>
                  <a:pt x="2248265" y="428170"/>
                </a:cubicBezTo>
                <a:cubicBezTo>
                  <a:pt x="2081988" y="104369"/>
                  <a:pt x="1714431" y="-61907"/>
                  <a:pt x="1364376" y="21231"/>
                </a:cubicBezTo>
                <a:cubicBezTo>
                  <a:pt x="1014321" y="104369"/>
                  <a:pt x="760531" y="419418"/>
                  <a:pt x="760531" y="782600"/>
                </a:cubicBezTo>
                <a:cubicBezTo>
                  <a:pt x="760531" y="782600"/>
                  <a:pt x="760531" y="786976"/>
                  <a:pt x="760531" y="791352"/>
                </a:cubicBezTo>
                <a:cubicBezTo>
                  <a:pt x="519868" y="751971"/>
                  <a:pt x="279205" y="852611"/>
                  <a:pt x="130432" y="1045142"/>
                </a:cubicBezTo>
                <a:cubicBezTo>
                  <a:pt x="-13966" y="1242047"/>
                  <a:pt x="-40220" y="1500213"/>
                  <a:pt x="60421" y="1718997"/>
                </a:cubicBezTo>
                <a:cubicBezTo>
                  <a:pt x="165438" y="1937782"/>
                  <a:pt x="384222" y="2082179"/>
                  <a:pt x="624885" y="2095306"/>
                </a:cubicBezTo>
                <a:lnTo>
                  <a:pt x="624885" y="2099682"/>
                </a:lnTo>
                <a:lnTo>
                  <a:pt x="3162783" y="2099682"/>
                </a:lnTo>
                <a:cubicBezTo>
                  <a:pt x="3451578" y="2099682"/>
                  <a:pt x="3687865" y="1863395"/>
                  <a:pt x="3687865" y="1574600"/>
                </a:cubicBezTo>
                <a:cubicBezTo>
                  <a:pt x="3687865" y="1285804"/>
                  <a:pt x="3455954" y="1045142"/>
                  <a:pt x="3167159" y="1045142"/>
                </a:cubicBezTo>
                <a:close/>
              </a:path>
            </a:pathLst>
          </a:custGeom>
          <a:solidFill>
            <a:srgbClr val="00B0F0"/>
          </a:solidFill>
          <a:ln w="43755" cap="flat">
            <a:noFill/>
            <a:prstDash val="solid"/>
            <a:miter/>
          </a:ln>
        </p:spPr>
        <p:txBody>
          <a:bodyPr rtlCol="0" anchor="ctr"/>
          <a:lstStyle/>
          <a:p>
            <a:endParaRPr lang="en-US"/>
          </a:p>
        </p:txBody>
      </p:sp>
      <p:sp>
        <p:nvSpPr>
          <p:cNvPr id="96" name="Round Diagonal Corner Rectangle 95">
            <a:extLst>
              <a:ext uri="{FF2B5EF4-FFF2-40B4-BE49-F238E27FC236}">
                <a16:creationId xmlns:a16="http://schemas.microsoft.com/office/drawing/2014/main" id="{B09D4649-9B8A-1A44-2C5A-F2768AA65FD7}"/>
              </a:ext>
            </a:extLst>
          </p:cNvPr>
          <p:cNvSpPr/>
          <p:nvPr/>
        </p:nvSpPr>
        <p:spPr>
          <a:xfrm>
            <a:off x="10344458" y="2922400"/>
            <a:ext cx="1809109" cy="3098744"/>
          </a:xfrm>
          <a:prstGeom prst="round2Diag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5" name="Round Diagonal Corner Rectangle 94">
            <a:extLst>
              <a:ext uri="{FF2B5EF4-FFF2-40B4-BE49-F238E27FC236}">
                <a16:creationId xmlns:a16="http://schemas.microsoft.com/office/drawing/2014/main" id="{F9C9B273-B491-9716-30FE-0D591B6264F6}"/>
              </a:ext>
            </a:extLst>
          </p:cNvPr>
          <p:cNvSpPr/>
          <p:nvPr/>
        </p:nvSpPr>
        <p:spPr>
          <a:xfrm>
            <a:off x="8492365" y="2968804"/>
            <a:ext cx="1809109" cy="3098744"/>
          </a:xfrm>
          <a:prstGeom prst="round2Diag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4" name="Round Diagonal Corner Rectangle 93">
            <a:extLst>
              <a:ext uri="{FF2B5EF4-FFF2-40B4-BE49-F238E27FC236}">
                <a16:creationId xmlns:a16="http://schemas.microsoft.com/office/drawing/2014/main" id="{6E804D0E-6FE1-869D-5F4D-CC94A83DC5BE}"/>
              </a:ext>
            </a:extLst>
          </p:cNvPr>
          <p:cNvSpPr/>
          <p:nvPr/>
        </p:nvSpPr>
        <p:spPr>
          <a:xfrm>
            <a:off x="6646013" y="3011275"/>
            <a:ext cx="1809109" cy="3098744"/>
          </a:xfrm>
          <a:prstGeom prst="round2Diag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9" name="Graphic 7" descr="Cloud with solid fill">
            <a:extLst>
              <a:ext uri="{FF2B5EF4-FFF2-40B4-BE49-F238E27FC236}">
                <a16:creationId xmlns:a16="http://schemas.microsoft.com/office/drawing/2014/main" id="{5378409A-4EF4-D96E-3500-B8B2939886AA}"/>
              </a:ext>
            </a:extLst>
          </p:cNvPr>
          <p:cNvSpPr/>
          <p:nvPr/>
        </p:nvSpPr>
        <p:spPr>
          <a:xfrm>
            <a:off x="1684161" y="2257847"/>
            <a:ext cx="3103407" cy="1329105"/>
          </a:xfrm>
          <a:custGeom>
            <a:avLst/>
            <a:gdLst>
              <a:gd name="connsiteX0" fmla="*/ 3167159 w 3687865"/>
              <a:gd name="connsiteY0" fmla="*/ 1045142 h 2099681"/>
              <a:gd name="connsiteX1" fmla="*/ 3123402 w 3687865"/>
              <a:gd name="connsiteY1" fmla="*/ 1045142 h 2099681"/>
              <a:gd name="connsiteX2" fmla="*/ 3123402 w 3687865"/>
              <a:gd name="connsiteY2" fmla="*/ 1045142 h 2099681"/>
              <a:gd name="connsiteX3" fmla="*/ 2847734 w 3687865"/>
              <a:gd name="connsiteY3" fmla="*/ 511308 h 2099681"/>
              <a:gd name="connsiteX4" fmla="*/ 2248265 w 3687865"/>
              <a:gd name="connsiteY4" fmla="*/ 428170 h 2099681"/>
              <a:gd name="connsiteX5" fmla="*/ 1364376 w 3687865"/>
              <a:gd name="connsiteY5" fmla="*/ 21231 h 2099681"/>
              <a:gd name="connsiteX6" fmla="*/ 760531 w 3687865"/>
              <a:gd name="connsiteY6" fmla="*/ 782600 h 2099681"/>
              <a:gd name="connsiteX7" fmla="*/ 760531 w 3687865"/>
              <a:gd name="connsiteY7" fmla="*/ 791352 h 2099681"/>
              <a:gd name="connsiteX8" fmla="*/ 130432 w 3687865"/>
              <a:gd name="connsiteY8" fmla="*/ 1045142 h 2099681"/>
              <a:gd name="connsiteX9" fmla="*/ 60421 w 3687865"/>
              <a:gd name="connsiteY9" fmla="*/ 1718997 h 2099681"/>
              <a:gd name="connsiteX10" fmla="*/ 624885 w 3687865"/>
              <a:gd name="connsiteY10" fmla="*/ 2095306 h 2099681"/>
              <a:gd name="connsiteX11" fmla="*/ 624885 w 3687865"/>
              <a:gd name="connsiteY11" fmla="*/ 2099682 h 2099681"/>
              <a:gd name="connsiteX12" fmla="*/ 3162783 w 3687865"/>
              <a:gd name="connsiteY12" fmla="*/ 2099682 h 2099681"/>
              <a:gd name="connsiteX13" fmla="*/ 3687865 w 3687865"/>
              <a:gd name="connsiteY13" fmla="*/ 1574600 h 2099681"/>
              <a:gd name="connsiteX14" fmla="*/ 3167159 w 3687865"/>
              <a:gd name="connsiteY14" fmla="*/ 1045142 h 209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7865" h="2099681">
                <a:moveTo>
                  <a:pt x="3167159" y="1045142"/>
                </a:moveTo>
                <a:cubicBezTo>
                  <a:pt x="3154032" y="1045142"/>
                  <a:pt x="3136529" y="1045142"/>
                  <a:pt x="3123402" y="1045142"/>
                </a:cubicBezTo>
                <a:cubicBezTo>
                  <a:pt x="3123402" y="1045142"/>
                  <a:pt x="3123402" y="1045142"/>
                  <a:pt x="3123402" y="1045142"/>
                </a:cubicBezTo>
                <a:cubicBezTo>
                  <a:pt x="3123402" y="830733"/>
                  <a:pt x="3018385" y="633827"/>
                  <a:pt x="2847734" y="511308"/>
                </a:cubicBezTo>
                <a:cubicBezTo>
                  <a:pt x="2672706" y="388789"/>
                  <a:pt x="2449546" y="358159"/>
                  <a:pt x="2248265" y="428170"/>
                </a:cubicBezTo>
                <a:cubicBezTo>
                  <a:pt x="2081988" y="104369"/>
                  <a:pt x="1714431" y="-61907"/>
                  <a:pt x="1364376" y="21231"/>
                </a:cubicBezTo>
                <a:cubicBezTo>
                  <a:pt x="1014321" y="104369"/>
                  <a:pt x="760531" y="419418"/>
                  <a:pt x="760531" y="782600"/>
                </a:cubicBezTo>
                <a:cubicBezTo>
                  <a:pt x="760531" y="782600"/>
                  <a:pt x="760531" y="786976"/>
                  <a:pt x="760531" y="791352"/>
                </a:cubicBezTo>
                <a:cubicBezTo>
                  <a:pt x="519868" y="751971"/>
                  <a:pt x="279205" y="852611"/>
                  <a:pt x="130432" y="1045142"/>
                </a:cubicBezTo>
                <a:cubicBezTo>
                  <a:pt x="-13966" y="1242047"/>
                  <a:pt x="-40220" y="1500213"/>
                  <a:pt x="60421" y="1718997"/>
                </a:cubicBezTo>
                <a:cubicBezTo>
                  <a:pt x="165438" y="1937782"/>
                  <a:pt x="384222" y="2082179"/>
                  <a:pt x="624885" y="2095306"/>
                </a:cubicBezTo>
                <a:lnTo>
                  <a:pt x="624885" y="2099682"/>
                </a:lnTo>
                <a:lnTo>
                  <a:pt x="3162783" y="2099682"/>
                </a:lnTo>
                <a:cubicBezTo>
                  <a:pt x="3451578" y="2099682"/>
                  <a:pt x="3687865" y="1863395"/>
                  <a:pt x="3687865" y="1574600"/>
                </a:cubicBezTo>
                <a:cubicBezTo>
                  <a:pt x="3687865" y="1285804"/>
                  <a:pt x="3455954" y="1045142"/>
                  <a:pt x="3167159" y="1045142"/>
                </a:cubicBezTo>
                <a:close/>
              </a:path>
            </a:pathLst>
          </a:custGeom>
          <a:solidFill>
            <a:srgbClr val="00B0F0"/>
          </a:solidFill>
          <a:ln w="43755"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4C89DADF-A4A2-C4F4-2F8E-B7DF882EE46A}"/>
              </a:ext>
            </a:extLst>
          </p:cNvPr>
          <p:cNvSpPr>
            <a:spLocks noGrp="1"/>
          </p:cNvSpPr>
          <p:nvPr>
            <p:ph type="ftr" sz="quarter" idx="10"/>
          </p:nvPr>
        </p:nvSpPr>
        <p:spPr/>
        <p:txBody>
          <a:bodyPr/>
          <a:lstStyle/>
          <a:p>
            <a:r>
              <a:rPr lang="en-ID" dirty="0"/>
              <a:t>GitHub Workflow Basics</a:t>
            </a:r>
          </a:p>
        </p:txBody>
      </p:sp>
      <p:sp>
        <p:nvSpPr>
          <p:cNvPr id="4" name="Slide Number Placeholder 3">
            <a:extLst>
              <a:ext uri="{FF2B5EF4-FFF2-40B4-BE49-F238E27FC236}">
                <a16:creationId xmlns:a16="http://schemas.microsoft.com/office/drawing/2014/main" id="{A3A22927-1A09-62A4-330F-0F60D24E904B}"/>
              </a:ext>
            </a:extLst>
          </p:cNvPr>
          <p:cNvSpPr>
            <a:spLocks noGrp="1"/>
          </p:cNvSpPr>
          <p:nvPr>
            <p:ph type="sldNum" sz="quarter" idx="11"/>
          </p:nvPr>
        </p:nvSpPr>
        <p:spPr/>
        <p:txBody>
          <a:bodyPr/>
          <a:lstStyle/>
          <a:p>
            <a:fld id="{F5342A4C-1D06-4798-B51F-D5804CA03D28}" type="slidenum">
              <a:rPr lang="en-ID" smtClean="0"/>
              <a:pPr/>
              <a:t>5</a:t>
            </a:fld>
            <a:endParaRPr lang="en-ID" dirty="0"/>
          </a:p>
        </p:txBody>
      </p:sp>
      <p:sp>
        <p:nvSpPr>
          <p:cNvPr id="8" name="TextBox 7">
            <a:extLst>
              <a:ext uri="{FF2B5EF4-FFF2-40B4-BE49-F238E27FC236}">
                <a16:creationId xmlns:a16="http://schemas.microsoft.com/office/drawing/2014/main" id="{07937D4B-817D-D80E-EE1E-7F5CDD547131}"/>
              </a:ext>
            </a:extLst>
          </p:cNvPr>
          <p:cNvSpPr txBox="1"/>
          <p:nvPr/>
        </p:nvSpPr>
        <p:spPr>
          <a:xfrm>
            <a:off x="1030417" y="392218"/>
            <a:ext cx="4073551" cy="1508105"/>
          </a:xfrm>
          <a:prstGeom prst="rect">
            <a:avLst/>
          </a:prstGeom>
          <a:noFill/>
        </p:spPr>
        <p:txBody>
          <a:bodyPr wrap="none" rtlCol="0">
            <a:spAutoFit/>
          </a:bodyPr>
          <a:lstStyle/>
          <a:p>
            <a:pPr algn="l" fontAlgn="base"/>
            <a:r>
              <a:rPr lang="en-US" sz="2000" b="1" i="0" dirty="0">
                <a:solidFill>
                  <a:srgbClr val="273239"/>
                </a:solidFill>
                <a:effectLst/>
                <a:latin typeface="Nunito" panose="020F0502020204030204" pitchFamily="34" charset="0"/>
              </a:rPr>
              <a:t>Types of VCS</a:t>
            </a:r>
          </a:p>
          <a:p>
            <a:pPr algn="l" fontAlgn="base">
              <a:buFont typeface="Arial" panose="020B0604020202020204" pitchFamily="34" charset="0"/>
              <a:buChar char="•"/>
            </a:pPr>
            <a:r>
              <a:rPr lang="en-US" b="0" i="0" dirty="0">
                <a:solidFill>
                  <a:srgbClr val="273239"/>
                </a:solidFill>
                <a:effectLst/>
                <a:latin typeface="Nunito" panose="020F0502020204030204" pitchFamily="34" charset="0"/>
              </a:rPr>
              <a:t>Local Version Control Systems</a:t>
            </a:r>
          </a:p>
          <a:p>
            <a:pPr algn="l" fontAlgn="base">
              <a:buFont typeface="Arial" panose="020B0604020202020204" pitchFamily="34" charset="0"/>
              <a:buChar char="•"/>
            </a:pPr>
            <a:r>
              <a:rPr lang="en-US" b="0" i="0" dirty="0">
                <a:solidFill>
                  <a:srgbClr val="273239"/>
                </a:solidFill>
                <a:effectLst/>
                <a:latin typeface="Nunito" panose="020F0502020204030204" pitchFamily="34" charset="0"/>
              </a:rPr>
              <a:t>Centralized Version Control Systems</a:t>
            </a:r>
          </a:p>
          <a:p>
            <a:pPr algn="l" fontAlgn="base">
              <a:buFont typeface="Arial" panose="020B0604020202020204" pitchFamily="34" charset="0"/>
              <a:buChar char="•"/>
            </a:pPr>
            <a:r>
              <a:rPr lang="en-US" b="0" i="0" dirty="0">
                <a:solidFill>
                  <a:srgbClr val="273239"/>
                </a:solidFill>
                <a:effectLst/>
                <a:latin typeface="Nunito" panose="020F0502020204030204" pitchFamily="34" charset="0"/>
              </a:rPr>
              <a:t>Distributed Version Control Systems</a:t>
            </a:r>
          </a:p>
          <a:p>
            <a:endParaRPr lang="en-US" dirty="0"/>
          </a:p>
        </p:txBody>
      </p:sp>
      <p:sp>
        <p:nvSpPr>
          <p:cNvPr id="24" name="Rounded Rectangle 23">
            <a:extLst>
              <a:ext uri="{FF2B5EF4-FFF2-40B4-BE49-F238E27FC236}">
                <a16:creationId xmlns:a16="http://schemas.microsoft.com/office/drawing/2014/main" id="{A58C5D54-DA05-6E95-C9A6-E1A33925D4A5}"/>
              </a:ext>
            </a:extLst>
          </p:cNvPr>
          <p:cNvSpPr/>
          <p:nvPr/>
        </p:nvSpPr>
        <p:spPr>
          <a:xfrm>
            <a:off x="2242161" y="2818384"/>
            <a:ext cx="1987408" cy="695854"/>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REPOSITORY</a:t>
            </a:r>
            <a:endParaRPr lang="en-US" dirty="0"/>
          </a:p>
        </p:txBody>
      </p:sp>
      <p:sp>
        <p:nvSpPr>
          <p:cNvPr id="26" name="Rounded Rectangle 25">
            <a:extLst>
              <a:ext uri="{FF2B5EF4-FFF2-40B4-BE49-F238E27FC236}">
                <a16:creationId xmlns:a16="http://schemas.microsoft.com/office/drawing/2014/main" id="{88452C1D-4052-A173-E4DD-991A2E30F97E}"/>
              </a:ext>
            </a:extLst>
          </p:cNvPr>
          <p:cNvSpPr/>
          <p:nvPr/>
        </p:nvSpPr>
        <p:spPr>
          <a:xfrm>
            <a:off x="694773" y="4216998"/>
            <a:ext cx="1712783" cy="695854"/>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WORKING CLONE</a:t>
            </a:r>
          </a:p>
        </p:txBody>
      </p:sp>
      <p:sp>
        <p:nvSpPr>
          <p:cNvPr id="30" name="TextBox 29">
            <a:extLst>
              <a:ext uri="{FF2B5EF4-FFF2-40B4-BE49-F238E27FC236}">
                <a16:creationId xmlns:a16="http://schemas.microsoft.com/office/drawing/2014/main" id="{EFA6564B-FBE0-91C9-15D6-EDCF27AB4C0C}"/>
              </a:ext>
            </a:extLst>
          </p:cNvPr>
          <p:cNvSpPr txBox="1"/>
          <p:nvPr/>
        </p:nvSpPr>
        <p:spPr>
          <a:xfrm>
            <a:off x="2249417" y="2523293"/>
            <a:ext cx="875561" cy="369332"/>
          </a:xfrm>
          <a:prstGeom prst="rect">
            <a:avLst/>
          </a:prstGeom>
          <a:noFill/>
        </p:spPr>
        <p:txBody>
          <a:bodyPr wrap="none" rtlCol="0">
            <a:spAutoFit/>
          </a:bodyPr>
          <a:lstStyle/>
          <a:p>
            <a:r>
              <a:rPr lang="en-US" dirty="0"/>
              <a:t>Server</a:t>
            </a:r>
          </a:p>
        </p:txBody>
      </p:sp>
      <p:sp>
        <p:nvSpPr>
          <p:cNvPr id="31" name="Rounded Rectangle 30">
            <a:extLst>
              <a:ext uri="{FF2B5EF4-FFF2-40B4-BE49-F238E27FC236}">
                <a16:creationId xmlns:a16="http://schemas.microsoft.com/office/drawing/2014/main" id="{B796E846-0361-032C-1D47-30B5D37CA07E}"/>
              </a:ext>
            </a:extLst>
          </p:cNvPr>
          <p:cNvSpPr/>
          <p:nvPr/>
        </p:nvSpPr>
        <p:spPr>
          <a:xfrm>
            <a:off x="2544868" y="4216998"/>
            <a:ext cx="1712783" cy="695854"/>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WORKING CLONE</a:t>
            </a:r>
          </a:p>
        </p:txBody>
      </p:sp>
      <p:sp>
        <p:nvSpPr>
          <p:cNvPr id="32" name="Rounded Rectangle 31">
            <a:extLst>
              <a:ext uri="{FF2B5EF4-FFF2-40B4-BE49-F238E27FC236}">
                <a16:creationId xmlns:a16="http://schemas.microsoft.com/office/drawing/2014/main" id="{7EB40753-3B67-6E9E-E0B1-C0DCEF8E716E}"/>
              </a:ext>
            </a:extLst>
          </p:cNvPr>
          <p:cNvSpPr/>
          <p:nvPr/>
        </p:nvSpPr>
        <p:spPr>
          <a:xfrm>
            <a:off x="4390389" y="4216998"/>
            <a:ext cx="1712783" cy="695854"/>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WORKING CLONE</a:t>
            </a:r>
          </a:p>
        </p:txBody>
      </p:sp>
      <p:cxnSp>
        <p:nvCxnSpPr>
          <p:cNvPr id="34" name="Straight Arrow Connector 33">
            <a:extLst>
              <a:ext uri="{FF2B5EF4-FFF2-40B4-BE49-F238E27FC236}">
                <a16:creationId xmlns:a16="http://schemas.microsoft.com/office/drawing/2014/main" id="{3D8A754E-76A9-F2AF-3B59-5B93296F3E15}"/>
              </a:ext>
            </a:extLst>
          </p:cNvPr>
          <p:cNvCxnSpPr>
            <a:cxnSpLocks/>
            <a:endCxn id="26" idx="0"/>
          </p:cNvCxnSpPr>
          <p:nvPr/>
        </p:nvCxnSpPr>
        <p:spPr>
          <a:xfrm flipH="1">
            <a:off x="1551165" y="3550595"/>
            <a:ext cx="1113670" cy="66640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A8279D54-4C4A-3CAC-30C9-4F582B81FC87}"/>
              </a:ext>
            </a:extLst>
          </p:cNvPr>
          <p:cNvCxnSpPr/>
          <p:nvPr/>
        </p:nvCxnSpPr>
        <p:spPr>
          <a:xfrm flipV="1">
            <a:off x="1684161" y="3550595"/>
            <a:ext cx="1130512" cy="66640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84C7D505-6B15-AECF-3015-DA61A1B495E3}"/>
              </a:ext>
            </a:extLst>
          </p:cNvPr>
          <p:cNvCxnSpPr>
            <a:cxnSpLocks/>
          </p:cNvCxnSpPr>
          <p:nvPr/>
        </p:nvCxnSpPr>
        <p:spPr>
          <a:xfrm>
            <a:off x="3734667" y="3550595"/>
            <a:ext cx="1393317" cy="66640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93D47BB8-3562-E9F3-C917-D3D182B681B0}"/>
              </a:ext>
            </a:extLst>
          </p:cNvPr>
          <p:cNvCxnSpPr>
            <a:cxnSpLocks/>
          </p:cNvCxnSpPr>
          <p:nvPr/>
        </p:nvCxnSpPr>
        <p:spPr>
          <a:xfrm flipH="1" flipV="1">
            <a:off x="3965600" y="3578579"/>
            <a:ext cx="1374148" cy="63626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3DF253D2-531F-C97F-7D39-B34335548DAD}"/>
              </a:ext>
            </a:extLst>
          </p:cNvPr>
          <p:cNvCxnSpPr>
            <a:cxnSpLocks/>
          </p:cNvCxnSpPr>
          <p:nvPr/>
        </p:nvCxnSpPr>
        <p:spPr>
          <a:xfrm>
            <a:off x="3261843" y="3578579"/>
            <a:ext cx="0" cy="66209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04F191C1-2DFE-52D7-9273-BB56D2CAF508}"/>
              </a:ext>
            </a:extLst>
          </p:cNvPr>
          <p:cNvCxnSpPr>
            <a:cxnSpLocks/>
          </p:cNvCxnSpPr>
          <p:nvPr/>
        </p:nvCxnSpPr>
        <p:spPr>
          <a:xfrm flipH="1" flipV="1">
            <a:off x="3381810" y="3550595"/>
            <a:ext cx="7215" cy="6496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A21F06EC-1334-C73D-A246-0D4DEF448885}"/>
              </a:ext>
            </a:extLst>
          </p:cNvPr>
          <p:cNvSpPr txBox="1"/>
          <p:nvPr/>
        </p:nvSpPr>
        <p:spPr>
          <a:xfrm>
            <a:off x="1467804" y="3687647"/>
            <a:ext cx="953426" cy="430887"/>
          </a:xfrm>
          <a:prstGeom prst="rect">
            <a:avLst/>
          </a:prstGeom>
          <a:noFill/>
        </p:spPr>
        <p:txBody>
          <a:bodyPr wrap="square" rtlCol="0">
            <a:spAutoFit/>
          </a:bodyPr>
          <a:lstStyle/>
          <a:p>
            <a:r>
              <a:rPr lang="en-US" sz="1100" dirty="0"/>
              <a:t>Update/ Pull</a:t>
            </a:r>
          </a:p>
        </p:txBody>
      </p:sp>
      <p:sp>
        <p:nvSpPr>
          <p:cNvPr id="54" name="TextBox 53">
            <a:extLst>
              <a:ext uri="{FF2B5EF4-FFF2-40B4-BE49-F238E27FC236}">
                <a16:creationId xmlns:a16="http://schemas.microsoft.com/office/drawing/2014/main" id="{587D1652-8BC7-02AA-5744-96AD2ABE34F8}"/>
              </a:ext>
            </a:extLst>
          </p:cNvPr>
          <p:cNvSpPr txBox="1"/>
          <p:nvPr/>
        </p:nvSpPr>
        <p:spPr>
          <a:xfrm>
            <a:off x="2078391" y="3881685"/>
            <a:ext cx="510076" cy="261610"/>
          </a:xfrm>
          <a:prstGeom prst="rect">
            <a:avLst/>
          </a:prstGeom>
          <a:noFill/>
        </p:spPr>
        <p:txBody>
          <a:bodyPr wrap="none" rtlCol="0">
            <a:spAutoFit/>
          </a:bodyPr>
          <a:lstStyle/>
          <a:p>
            <a:r>
              <a:rPr lang="en-US" sz="1100" dirty="0"/>
              <a:t>Push</a:t>
            </a:r>
            <a:endParaRPr lang="en-US" sz="1200" dirty="0"/>
          </a:p>
        </p:txBody>
      </p:sp>
      <p:sp>
        <p:nvSpPr>
          <p:cNvPr id="55" name="TextBox 54">
            <a:extLst>
              <a:ext uri="{FF2B5EF4-FFF2-40B4-BE49-F238E27FC236}">
                <a16:creationId xmlns:a16="http://schemas.microsoft.com/office/drawing/2014/main" id="{74BEFFAF-6A57-FFEA-2F25-3BB7935A489B}"/>
              </a:ext>
            </a:extLst>
          </p:cNvPr>
          <p:cNvSpPr txBox="1"/>
          <p:nvPr/>
        </p:nvSpPr>
        <p:spPr>
          <a:xfrm>
            <a:off x="882780" y="5305396"/>
            <a:ext cx="1524776" cy="276999"/>
          </a:xfrm>
          <a:prstGeom prst="rect">
            <a:avLst/>
          </a:prstGeom>
          <a:noFill/>
        </p:spPr>
        <p:txBody>
          <a:bodyPr wrap="none" rtlCol="0">
            <a:spAutoFit/>
          </a:bodyPr>
          <a:lstStyle/>
          <a:p>
            <a:r>
              <a:rPr lang="en-US" sz="1200" dirty="0">
                <a:solidFill>
                  <a:schemeClr val="tx1">
                    <a:lumMod val="75000"/>
                    <a:lumOff val="25000"/>
                  </a:schemeClr>
                </a:solidFill>
              </a:rPr>
              <a:t>Local computer #1</a:t>
            </a:r>
          </a:p>
        </p:txBody>
      </p:sp>
      <p:sp>
        <p:nvSpPr>
          <p:cNvPr id="56" name="TextBox 55">
            <a:extLst>
              <a:ext uri="{FF2B5EF4-FFF2-40B4-BE49-F238E27FC236}">
                <a16:creationId xmlns:a16="http://schemas.microsoft.com/office/drawing/2014/main" id="{85498525-CB28-0D76-28AB-C9697EDA064E}"/>
              </a:ext>
            </a:extLst>
          </p:cNvPr>
          <p:cNvSpPr txBox="1"/>
          <p:nvPr/>
        </p:nvSpPr>
        <p:spPr>
          <a:xfrm>
            <a:off x="2638535" y="4969873"/>
            <a:ext cx="1524776" cy="276999"/>
          </a:xfrm>
          <a:prstGeom prst="rect">
            <a:avLst/>
          </a:prstGeom>
          <a:noFill/>
        </p:spPr>
        <p:txBody>
          <a:bodyPr wrap="none" rtlCol="0">
            <a:spAutoFit/>
          </a:bodyPr>
          <a:lstStyle/>
          <a:p>
            <a:r>
              <a:rPr lang="en-US" sz="1200" dirty="0">
                <a:solidFill>
                  <a:schemeClr val="tx1">
                    <a:lumMod val="75000"/>
                    <a:lumOff val="25000"/>
                  </a:schemeClr>
                </a:solidFill>
              </a:rPr>
              <a:t>Local computer #2</a:t>
            </a:r>
          </a:p>
        </p:txBody>
      </p:sp>
      <p:sp>
        <p:nvSpPr>
          <p:cNvPr id="57" name="TextBox 56">
            <a:extLst>
              <a:ext uri="{FF2B5EF4-FFF2-40B4-BE49-F238E27FC236}">
                <a16:creationId xmlns:a16="http://schemas.microsoft.com/office/drawing/2014/main" id="{3F6B65AA-0673-A468-C1FD-D018D9039414}"/>
              </a:ext>
            </a:extLst>
          </p:cNvPr>
          <p:cNvSpPr txBox="1"/>
          <p:nvPr/>
        </p:nvSpPr>
        <p:spPr>
          <a:xfrm>
            <a:off x="4431325" y="4935584"/>
            <a:ext cx="1524776" cy="276999"/>
          </a:xfrm>
          <a:prstGeom prst="rect">
            <a:avLst/>
          </a:prstGeom>
          <a:noFill/>
        </p:spPr>
        <p:txBody>
          <a:bodyPr wrap="none" rtlCol="0">
            <a:spAutoFit/>
          </a:bodyPr>
          <a:lstStyle/>
          <a:p>
            <a:r>
              <a:rPr lang="en-US" sz="1200" dirty="0">
                <a:solidFill>
                  <a:schemeClr val="tx1">
                    <a:lumMod val="75000"/>
                    <a:lumOff val="25000"/>
                  </a:schemeClr>
                </a:solidFill>
              </a:rPr>
              <a:t>Local computer #3</a:t>
            </a:r>
          </a:p>
        </p:txBody>
      </p:sp>
      <p:sp>
        <p:nvSpPr>
          <p:cNvPr id="58" name="TextBox 57">
            <a:extLst>
              <a:ext uri="{FF2B5EF4-FFF2-40B4-BE49-F238E27FC236}">
                <a16:creationId xmlns:a16="http://schemas.microsoft.com/office/drawing/2014/main" id="{6C39F7F2-CF0E-775A-C9E2-0AC73DCFA803}"/>
              </a:ext>
            </a:extLst>
          </p:cNvPr>
          <p:cNvSpPr txBox="1"/>
          <p:nvPr/>
        </p:nvSpPr>
        <p:spPr>
          <a:xfrm>
            <a:off x="2135989" y="1886360"/>
            <a:ext cx="1977977" cy="369332"/>
          </a:xfrm>
          <a:prstGeom prst="rect">
            <a:avLst/>
          </a:prstGeom>
          <a:noFill/>
        </p:spPr>
        <p:txBody>
          <a:bodyPr wrap="none" rtlCol="0">
            <a:spAutoFit/>
          </a:bodyPr>
          <a:lstStyle/>
          <a:p>
            <a:r>
              <a:rPr lang="en-US" b="1" dirty="0"/>
              <a:t>Centralized VCS</a:t>
            </a:r>
          </a:p>
        </p:txBody>
      </p:sp>
      <p:sp>
        <p:nvSpPr>
          <p:cNvPr id="60" name="Rounded Rectangle 59">
            <a:extLst>
              <a:ext uri="{FF2B5EF4-FFF2-40B4-BE49-F238E27FC236}">
                <a16:creationId xmlns:a16="http://schemas.microsoft.com/office/drawing/2014/main" id="{D3AEE702-2DC8-9850-8BD0-C231F2B51897}"/>
              </a:ext>
            </a:extLst>
          </p:cNvPr>
          <p:cNvSpPr/>
          <p:nvPr/>
        </p:nvSpPr>
        <p:spPr>
          <a:xfrm>
            <a:off x="8371344" y="1916405"/>
            <a:ext cx="1987408" cy="695854"/>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REPOSITORY</a:t>
            </a:r>
            <a:endParaRPr lang="en-US" dirty="0"/>
          </a:p>
        </p:txBody>
      </p:sp>
      <p:sp>
        <p:nvSpPr>
          <p:cNvPr id="61" name="Rounded Rectangle 60">
            <a:extLst>
              <a:ext uri="{FF2B5EF4-FFF2-40B4-BE49-F238E27FC236}">
                <a16:creationId xmlns:a16="http://schemas.microsoft.com/office/drawing/2014/main" id="{8129158B-0DF9-65D4-C004-84F4CBC814D6}"/>
              </a:ext>
            </a:extLst>
          </p:cNvPr>
          <p:cNvSpPr/>
          <p:nvPr/>
        </p:nvSpPr>
        <p:spPr>
          <a:xfrm>
            <a:off x="6678012" y="4997057"/>
            <a:ext cx="1712783" cy="695854"/>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WORKING CLONE</a:t>
            </a:r>
          </a:p>
        </p:txBody>
      </p:sp>
      <p:sp>
        <p:nvSpPr>
          <p:cNvPr id="62" name="TextBox 61">
            <a:extLst>
              <a:ext uri="{FF2B5EF4-FFF2-40B4-BE49-F238E27FC236}">
                <a16:creationId xmlns:a16="http://schemas.microsoft.com/office/drawing/2014/main" id="{924A4FCF-BC3D-2633-2DB7-608671C276E5}"/>
              </a:ext>
            </a:extLst>
          </p:cNvPr>
          <p:cNvSpPr txBox="1"/>
          <p:nvPr/>
        </p:nvSpPr>
        <p:spPr>
          <a:xfrm>
            <a:off x="8172328" y="1574886"/>
            <a:ext cx="875561" cy="369332"/>
          </a:xfrm>
          <a:prstGeom prst="rect">
            <a:avLst/>
          </a:prstGeom>
          <a:noFill/>
        </p:spPr>
        <p:txBody>
          <a:bodyPr wrap="none" rtlCol="0">
            <a:spAutoFit/>
          </a:bodyPr>
          <a:lstStyle/>
          <a:p>
            <a:r>
              <a:rPr lang="en-US" dirty="0"/>
              <a:t>Server</a:t>
            </a:r>
          </a:p>
        </p:txBody>
      </p:sp>
      <p:sp>
        <p:nvSpPr>
          <p:cNvPr id="63" name="Rounded Rectangle 62">
            <a:extLst>
              <a:ext uri="{FF2B5EF4-FFF2-40B4-BE49-F238E27FC236}">
                <a16:creationId xmlns:a16="http://schemas.microsoft.com/office/drawing/2014/main" id="{8E4A57E4-99B5-99CA-933C-8F290D251461}"/>
              </a:ext>
            </a:extLst>
          </p:cNvPr>
          <p:cNvSpPr/>
          <p:nvPr/>
        </p:nvSpPr>
        <p:spPr>
          <a:xfrm>
            <a:off x="8528107" y="4997057"/>
            <a:ext cx="1712783" cy="695854"/>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WORKING CLONE</a:t>
            </a:r>
          </a:p>
        </p:txBody>
      </p:sp>
      <p:sp>
        <p:nvSpPr>
          <p:cNvPr id="64" name="Rounded Rectangle 63">
            <a:extLst>
              <a:ext uri="{FF2B5EF4-FFF2-40B4-BE49-F238E27FC236}">
                <a16:creationId xmlns:a16="http://schemas.microsoft.com/office/drawing/2014/main" id="{E266739F-A2BE-B3CB-5181-599CCA4A6BC8}"/>
              </a:ext>
            </a:extLst>
          </p:cNvPr>
          <p:cNvSpPr/>
          <p:nvPr/>
        </p:nvSpPr>
        <p:spPr>
          <a:xfrm>
            <a:off x="10373628" y="4997057"/>
            <a:ext cx="1712783" cy="695854"/>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WORKING CLONE</a:t>
            </a:r>
          </a:p>
        </p:txBody>
      </p:sp>
      <p:cxnSp>
        <p:nvCxnSpPr>
          <p:cNvPr id="65" name="Straight Arrow Connector 64">
            <a:extLst>
              <a:ext uri="{FF2B5EF4-FFF2-40B4-BE49-F238E27FC236}">
                <a16:creationId xmlns:a16="http://schemas.microsoft.com/office/drawing/2014/main" id="{6A830B70-5867-6EA7-A910-6DD2A7B02C01}"/>
              </a:ext>
            </a:extLst>
          </p:cNvPr>
          <p:cNvCxnSpPr>
            <a:cxnSpLocks/>
            <a:endCxn id="61" idx="0"/>
          </p:cNvCxnSpPr>
          <p:nvPr/>
        </p:nvCxnSpPr>
        <p:spPr>
          <a:xfrm>
            <a:off x="7531704" y="4176647"/>
            <a:ext cx="2700" cy="8204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885E79AE-24C1-894C-0A26-E597D141C28F}"/>
              </a:ext>
            </a:extLst>
          </p:cNvPr>
          <p:cNvCxnSpPr>
            <a:cxnSpLocks/>
          </p:cNvCxnSpPr>
          <p:nvPr/>
        </p:nvCxnSpPr>
        <p:spPr>
          <a:xfrm flipV="1">
            <a:off x="7667400" y="4176647"/>
            <a:ext cx="0" cy="8204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E3E82065-722F-5B4A-8126-83E12BDCB9C6}"/>
              </a:ext>
            </a:extLst>
          </p:cNvPr>
          <p:cNvCxnSpPr>
            <a:cxnSpLocks/>
          </p:cNvCxnSpPr>
          <p:nvPr/>
        </p:nvCxnSpPr>
        <p:spPr>
          <a:xfrm>
            <a:off x="11215427" y="4176647"/>
            <a:ext cx="0" cy="8204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3D827C31-43B9-808F-BB7D-652E2605D7C4}"/>
              </a:ext>
            </a:extLst>
          </p:cNvPr>
          <p:cNvCxnSpPr>
            <a:cxnSpLocks/>
          </p:cNvCxnSpPr>
          <p:nvPr/>
        </p:nvCxnSpPr>
        <p:spPr>
          <a:xfrm flipV="1">
            <a:off x="11322987" y="4131712"/>
            <a:ext cx="0" cy="86319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D51FC969-AB13-F2F1-6B1D-6E85304DD651}"/>
              </a:ext>
            </a:extLst>
          </p:cNvPr>
          <p:cNvCxnSpPr>
            <a:cxnSpLocks/>
          </p:cNvCxnSpPr>
          <p:nvPr/>
        </p:nvCxnSpPr>
        <p:spPr>
          <a:xfrm>
            <a:off x="9245082" y="4176647"/>
            <a:ext cx="0" cy="84408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527B7D24-0F0D-8F13-C021-6784F7F35782}"/>
              </a:ext>
            </a:extLst>
          </p:cNvPr>
          <p:cNvCxnSpPr>
            <a:cxnSpLocks/>
          </p:cNvCxnSpPr>
          <p:nvPr/>
        </p:nvCxnSpPr>
        <p:spPr>
          <a:xfrm flipH="1" flipV="1">
            <a:off x="9365048" y="4131712"/>
            <a:ext cx="7216" cy="8486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E3171EB2-AF98-2B06-D57E-53D29E12A095}"/>
              </a:ext>
            </a:extLst>
          </p:cNvPr>
          <p:cNvSpPr txBox="1"/>
          <p:nvPr/>
        </p:nvSpPr>
        <p:spPr>
          <a:xfrm>
            <a:off x="6835845" y="4462862"/>
            <a:ext cx="727310" cy="430887"/>
          </a:xfrm>
          <a:prstGeom prst="rect">
            <a:avLst/>
          </a:prstGeom>
          <a:noFill/>
        </p:spPr>
        <p:txBody>
          <a:bodyPr wrap="square" rtlCol="0">
            <a:spAutoFit/>
          </a:bodyPr>
          <a:lstStyle/>
          <a:p>
            <a:r>
              <a:rPr lang="en-US" sz="1100" dirty="0"/>
              <a:t>Update/ Pull</a:t>
            </a:r>
          </a:p>
        </p:txBody>
      </p:sp>
      <p:sp>
        <p:nvSpPr>
          <p:cNvPr id="72" name="TextBox 71">
            <a:extLst>
              <a:ext uri="{FF2B5EF4-FFF2-40B4-BE49-F238E27FC236}">
                <a16:creationId xmlns:a16="http://schemas.microsoft.com/office/drawing/2014/main" id="{926F5CE4-38FA-DE8C-0FC2-9AA40746B8A0}"/>
              </a:ext>
            </a:extLst>
          </p:cNvPr>
          <p:cNvSpPr txBox="1"/>
          <p:nvPr/>
        </p:nvSpPr>
        <p:spPr>
          <a:xfrm>
            <a:off x="7651744" y="4456047"/>
            <a:ext cx="510076" cy="261610"/>
          </a:xfrm>
          <a:prstGeom prst="rect">
            <a:avLst/>
          </a:prstGeom>
          <a:noFill/>
        </p:spPr>
        <p:txBody>
          <a:bodyPr wrap="none" rtlCol="0">
            <a:spAutoFit/>
          </a:bodyPr>
          <a:lstStyle/>
          <a:p>
            <a:r>
              <a:rPr lang="en-US" sz="1100" dirty="0"/>
              <a:t>Push</a:t>
            </a:r>
            <a:endParaRPr lang="en-US" sz="1200" dirty="0"/>
          </a:p>
        </p:txBody>
      </p:sp>
      <p:sp>
        <p:nvSpPr>
          <p:cNvPr id="73" name="TextBox 72">
            <a:extLst>
              <a:ext uri="{FF2B5EF4-FFF2-40B4-BE49-F238E27FC236}">
                <a16:creationId xmlns:a16="http://schemas.microsoft.com/office/drawing/2014/main" id="{4829973B-DCB6-89BE-4024-048580D566FF}"/>
              </a:ext>
            </a:extLst>
          </p:cNvPr>
          <p:cNvSpPr txBox="1"/>
          <p:nvPr/>
        </p:nvSpPr>
        <p:spPr>
          <a:xfrm>
            <a:off x="6757293" y="5709635"/>
            <a:ext cx="1548822" cy="276999"/>
          </a:xfrm>
          <a:prstGeom prst="rect">
            <a:avLst/>
          </a:prstGeom>
          <a:noFill/>
        </p:spPr>
        <p:txBody>
          <a:bodyPr wrap="none" rtlCol="0">
            <a:spAutoFit/>
          </a:bodyPr>
          <a:lstStyle/>
          <a:p>
            <a:r>
              <a:rPr lang="en-US" sz="1200" dirty="0">
                <a:solidFill>
                  <a:schemeClr val="tx1">
                    <a:lumMod val="75000"/>
                    <a:lumOff val="25000"/>
                  </a:schemeClr>
                </a:solidFill>
              </a:rPr>
              <a:t>Local Computer #1</a:t>
            </a:r>
          </a:p>
        </p:txBody>
      </p:sp>
      <p:sp>
        <p:nvSpPr>
          <p:cNvPr id="76" name="TextBox 75">
            <a:extLst>
              <a:ext uri="{FF2B5EF4-FFF2-40B4-BE49-F238E27FC236}">
                <a16:creationId xmlns:a16="http://schemas.microsoft.com/office/drawing/2014/main" id="{1708BEBD-3D13-A235-55A2-339DF21C1064}"/>
              </a:ext>
            </a:extLst>
          </p:cNvPr>
          <p:cNvSpPr txBox="1"/>
          <p:nvPr/>
        </p:nvSpPr>
        <p:spPr>
          <a:xfrm>
            <a:off x="8281757" y="1024845"/>
            <a:ext cx="1980992" cy="369332"/>
          </a:xfrm>
          <a:prstGeom prst="rect">
            <a:avLst/>
          </a:prstGeom>
          <a:noFill/>
        </p:spPr>
        <p:txBody>
          <a:bodyPr wrap="none" rtlCol="0">
            <a:spAutoFit/>
          </a:bodyPr>
          <a:lstStyle/>
          <a:p>
            <a:r>
              <a:rPr lang="en-US" b="1" dirty="0"/>
              <a:t>Distributed VCS</a:t>
            </a:r>
          </a:p>
        </p:txBody>
      </p:sp>
      <p:sp>
        <p:nvSpPr>
          <p:cNvPr id="77" name="Rounded Rectangle 76">
            <a:extLst>
              <a:ext uri="{FF2B5EF4-FFF2-40B4-BE49-F238E27FC236}">
                <a16:creationId xmlns:a16="http://schemas.microsoft.com/office/drawing/2014/main" id="{7B27C27C-4EAD-95DA-CEA6-767DB958063D}"/>
              </a:ext>
            </a:extLst>
          </p:cNvPr>
          <p:cNvSpPr/>
          <p:nvPr/>
        </p:nvSpPr>
        <p:spPr>
          <a:xfrm>
            <a:off x="6707197" y="3399501"/>
            <a:ext cx="1683598" cy="695854"/>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FORKED REPOSITORY</a:t>
            </a:r>
            <a:endParaRPr lang="en-US" dirty="0"/>
          </a:p>
        </p:txBody>
      </p:sp>
      <p:sp>
        <p:nvSpPr>
          <p:cNvPr id="78" name="Rounded Rectangle 77">
            <a:extLst>
              <a:ext uri="{FF2B5EF4-FFF2-40B4-BE49-F238E27FC236}">
                <a16:creationId xmlns:a16="http://schemas.microsoft.com/office/drawing/2014/main" id="{DE05096E-13D5-FE60-AA64-B129DE4B910D}"/>
              </a:ext>
            </a:extLst>
          </p:cNvPr>
          <p:cNvSpPr/>
          <p:nvPr/>
        </p:nvSpPr>
        <p:spPr>
          <a:xfrm>
            <a:off x="8596737" y="3363144"/>
            <a:ext cx="1683598" cy="695854"/>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FORKED REPOSITORY</a:t>
            </a:r>
            <a:endParaRPr lang="en-US" dirty="0"/>
          </a:p>
        </p:txBody>
      </p:sp>
      <p:sp>
        <p:nvSpPr>
          <p:cNvPr id="79" name="Rounded Rectangle 78">
            <a:extLst>
              <a:ext uri="{FF2B5EF4-FFF2-40B4-BE49-F238E27FC236}">
                <a16:creationId xmlns:a16="http://schemas.microsoft.com/office/drawing/2014/main" id="{6FBD5368-AAFE-ADC7-B1E7-3CA82F1A9251}"/>
              </a:ext>
            </a:extLst>
          </p:cNvPr>
          <p:cNvSpPr/>
          <p:nvPr/>
        </p:nvSpPr>
        <p:spPr>
          <a:xfrm>
            <a:off x="10373628" y="3363144"/>
            <a:ext cx="1683598" cy="695854"/>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FORKED REPOSITORY</a:t>
            </a:r>
            <a:endParaRPr lang="en-US" dirty="0"/>
          </a:p>
        </p:txBody>
      </p:sp>
      <p:cxnSp>
        <p:nvCxnSpPr>
          <p:cNvPr id="86" name="Straight Arrow Connector 85">
            <a:extLst>
              <a:ext uri="{FF2B5EF4-FFF2-40B4-BE49-F238E27FC236}">
                <a16:creationId xmlns:a16="http://schemas.microsoft.com/office/drawing/2014/main" id="{ECBD20E6-7A2C-0815-4D11-63E1860A4FEE}"/>
              </a:ext>
            </a:extLst>
          </p:cNvPr>
          <p:cNvCxnSpPr>
            <a:cxnSpLocks/>
          </p:cNvCxnSpPr>
          <p:nvPr/>
        </p:nvCxnSpPr>
        <p:spPr>
          <a:xfrm flipH="1">
            <a:off x="7543454" y="2686436"/>
            <a:ext cx="1113670" cy="66640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6DE246BF-3D66-3661-0F75-9760295629B0}"/>
              </a:ext>
            </a:extLst>
          </p:cNvPr>
          <p:cNvCxnSpPr/>
          <p:nvPr/>
        </p:nvCxnSpPr>
        <p:spPr>
          <a:xfrm flipV="1">
            <a:off x="7676450" y="2686436"/>
            <a:ext cx="1130512" cy="66640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FF2B3713-8FE4-6472-6B8C-317608E3100D}"/>
              </a:ext>
            </a:extLst>
          </p:cNvPr>
          <p:cNvCxnSpPr>
            <a:cxnSpLocks/>
          </p:cNvCxnSpPr>
          <p:nvPr/>
        </p:nvCxnSpPr>
        <p:spPr>
          <a:xfrm>
            <a:off x="9726956" y="2686436"/>
            <a:ext cx="1393317" cy="66640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A2F7B464-453C-5EF2-3C3F-40C64C9417F9}"/>
              </a:ext>
            </a:extLst>
          </p:cNvPr>
          <p:cNvCxnSpPr>
            <a:cxnSpLocks/>
          </p:cNvCxnSpPr>
          <p:nvPr/>
        </p:nvCxnSpPr>
        <p:spPr>
          <a:xfrm flipH="1" flipV="1">
            <a:off x="9957889" y="2714420"/>
            <a:ext cx="1374148" cy="63626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E0D34FA0-C2DF-F666-B137-334320120879}"/>
              </a:ext>
            </a:extLst>
          </p:cNvPr>
          <p:cNvCxnSpPr>
            <a:cxnSpLocks/>
          </p:cNvCxnSpPr>
          <p:nvPr/>
        </p:nvCxnSpPr>
        <p:spPr>
          <a:xfrm>
            <a:off x="9254132" y="2714420"/>
            <a:ext cx="0" cy="66209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C0E74E3B-0D06-B425-8DC5-D15E9EA73672}"/>
              </a:ext>
            </a:extLst>
          </p:cNvPr>
          <p:cNvCxnSpPr>
            <a:cxnSpLocks/>
          </p:cNvCxnSpPr>
          <p:nvPr/>
        </p:nvCxnSpPr>
        <p:spPr>
          <a:xfrm flipH="1" flipV="1">
            <a:off x="9374099" y="2686436"/>
            <a:ext cx="7215" cy="6496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BCD89E84-6B22-20D0-455F-49C18EB40A6F}"/>
              </a:ext>
            </a:extLst>
          </p:cNvPr>
          <p:cNvSpPr txBox="1"/>
          <p:nvPr/>
        </p:nvSpPr>
        <p:spPr>
          <a:xfrm>
            <a:off x="7460092" y="2823488"/>
            <a:ext cx="426720" cy="261610"/>
          </a:xfrm>
          <a:prstGeom prst="rect">
            <a:avLst/>
          </a:prstGeom>
          <a:noFill/>
        </p:spPr>
        <p:txBody>
          <a:bodyPr wrap="none" rtlCol="0">
            <a:spAutoFit/>
          </a:bodyPr>
          <a:lstStyle/>
          <a:p>
            <a:r>
              <a:rPr lang="en-US" sz="1100" dirty="0"/>
              <a:t>Pull</a:t>
            </a:r>
          </a:p>
        </p:txBody>
      </p:sp>
      <p:sp>
        <p:nvSpPr>
          <p:cNvPr id="93" name="TextBox 92">
            <a:extLst>
              <a:ext uri="{FF2B5EF4-FFF2-40B4-BE49-F238E27FC236}">
                <a16:creationId xmlns:a16="http://schemas.microsoft.com/office/drawing/2014/main" id="{11E2DC69-F8B5-F9E6-8077-EE3160FC5666}"/>
              </a:ext>
            </a:extLst>
          </p:cNvPr>
          <p:cNvSpPr txBox="1"/>
          <p:nvPr/>
        </p:nvSpPr>
        <p:spPr>
          <a:xfrm>
            <a:off x="8070680" y="3017526"/>
            <a:ext cx="510076" cy="261610"/>
          </a:xfrm>
          <a:prstGeom prst="rect">
            <a:avLst/>
          </a:prstGeom>
          <a:noFill/>
        </p:spPr>
        <p:txBody>
          <a:bodyPr wrap="none" rtlCol="0">
            <a:spAutoFit/>
          </a:bodyPr>
          <a:lstStyle/>
          <a:p>
            <a:r>
              <a:rPr lang="en-US" sz="1100" dirty="0"/>
              <a:t>Push</a:t>
            </a:r>
            <a:endParaRPr lang="en-US" sz="1200" dirty="0"/>
          </a:p>
        </p:txBody>
      </p:sp>
      <p:sp>
        <p:nvSpPr>
          <p:cNvPr id="97" name="TextBox 96">
            <a:extLst>
              <a:ext uri="{FF2B5EF4-FFF2-40B4-BE49-F238E27FC236}">
                <a16:creationId xmlns:a16="http://schemas.microsoft.com/office/drawing/2014/main" id="{AFE54DF2-8790-CCB8-BB55-96D5D23B129F}"/>
              </a:ext>
            </a:extLst>
          </p:cNvPr>
          <p:cNvSpPr txBox="1"/>
          <p:nvPr/>
        </p:nvSpPr>
        <p:spPr>
          <a:xfrm>
            <a:off x="1702036" y="4994902"/>
            <a:ext cx="707245" cy="261610"/>
          </a:xfrm>
          <a:prstGeom prst="rect">
            <a:avLst/>
          </a:prstGeom>
          <a:noFill/>
        </p:spPr>
        <p:txBody>
          <a:bodyPr wrap="none" rtlCol="0">
            <a:spAutoFit/>
          </a:bodyPr>
          <a:lstStyle/>
          <a:p>
            <a:r>
              <a:rPr lang="en-US" sz="1100" dirty="0"/>
              <a:t>Commit</a:t>
            </a:r>
            <a:endParaRPr lang="en-US" sz="1200" dirty="0"/>
          </a:p>
        </p:txBody>
      </p:sp>
      <p:sp>
        <p:nvSpPr>
          <p:cNvPr id="100" name="U-Turn Arrow 99">
            <a:extLst>
              <a:ext uri="{FF2B5EF4-FFF2-40B4-BE49-F238E27FC236}">
                <a16:creationId xmlns:a16="http://schemas.microsoft.com/office/drawing/2014/main" id="{524DBA07-AAB7-6FCF-2504-27F76F97BE65}"/>
              </a:ext>
            </a:extLst>
          </p:cNvPr>
          <p:cNvSpPr/>
          <p:nvPr/>
        </p:nvSpPr>
        <p:spPr>
          <a:xfrm rot="10800000" flipH="1">
            <a:off x="1352938" y="4935584"/>
            <a:ext cx="405343" cy="369812"/>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1" name="TextBox 100">
            <a:extLst>
              <a:ext uri="{FF2B5EF4-FFF2-40B4-BE49-F238E27FC236}">
                <a16:creationId xmlns:a16="http://schemas.microsoft.com/office/drawing/2014/main" id="{654620D9-FA8B-CA1D-2A72-5D747A6B3315}"/>
              </a:ext>
            </a:extLst>
          </p:cNvPr>
          <p:cNvSpPr txBox="1"/>
          <p:nvPr/>
        </p:nvSpPr>
        <p:spPr>
          <a:xfrm>
            <a:off x="8657124" y="5709636"/>
            <a:ext cx="1524776" cy="276999"/>
          </a:xfrm>
          <a:prstGeom prst="rect">
            <a:avLst/>
          </a:prstGeom>
          <a:noFill/>
        </p:spPr>
        <p:txBody>
          <a:bodyPr wrap="none" rtlCol="0">
            <a:spAutoFit/>
          </a:bodyPr>
          <a:lstStyle/>
          <a:p>
            <a:r>
              <a:rPr lang="en-US" sz="1200" dirty="0">
                <a:solidFill>
                  <a:schemeClr val="tx1">
                    <a:lumMod val="75000"/>
                    <a:lumOff val="25000"/>
                  </a:schemeClr>
                </a:solidFill>
              </a:rPr>
              <a:t>Local computer #2</a:t>
            </a:r>
          </a:p>
        </p:txBody>
      </p:sp>
      <p:sp>
        <p:nvSpPr>
          <p:cNvPr id="102" name="TextBox 101">
            <a:extLst>
              <a:ext uri="{FF2B5EF4-FFF2-40B4-BE49-F238E27FC236}">
                <a16:creationId xmlns:a16="http://schemas.microsoft.com/office/drawing/2014/main" id="{B4AA9782-9EE4-E492-5741-536C68B0F0AB}"/>
              </a:ext>
            </a:extLst>
          </p:cNvPr>
          <p:cNvSpPr txBox="1"/>
          <p:nvPr/>
        </p:nvSpPr>
        <p:spPr>
          <a:xfrm>
            <a:off x="10449914" y="5675347"/>
            <a:ext cx="1524776" cy="276999"/>
          </a:xfrm>
          <a:prstGeom prst="rect">
            <a:avLst/>
          </a:prstGeom>
          <a:noFill/>
        </p:spPr>
        <p:txBody>
          <a:bodyPr wrap="none" rtlCol="0">
            <a:spAutoFit/>
          </a:bodyPr>
          <a:lstStyle/>
          <a:p>
            <a:r>
              <a:rPr lang="en-US" sz="1200" dirty="0">
                <a:solidFill>
                  <a:schemeClr val="tx1">
                    <a:lumMod val="75000"/>
                    <a:lumOff val="25000"/>
                  </a:schemeClr>
                </a:solidFill>
              </a:rPr>
              <a:t>Local computer #3</a:t>
            </a:r>
          </a:p>
        </p:txBody>
      </p:sp>
    </p:spTree>
    <p:extLst>
      <p:ext uri="{BB962C8B-B14F-4D97-AF65-F5344CB8AC3E}">
        <p14:creationId xmlns:p14="http://schemas.microsoft.com/office/powerpoint/2010/main" val="944154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4CDB3-D715-1B9D-DEA2-8260D70595F5}"/>
              </a:ext>
            </a:extLst>
          </p:cNvPr>
          <p:cNvSpPr>
            <a:spLocks noGrp="1"/>
          </p:cNvSpPr>
          <p:nvPr>
            <p:ph type="title"/>
          </p:nvPr>
        </p:nvSpPr>
        <p:spPr/>
        <p:txBody>
          <a:bodyPr/>
          <a:lstStyle/>
          <a:p>
            <a:r>
              <a:rPr lang="en-US"/>
              <a:t>What is GitHub?</a:t>
            </a:r>
          </a:p>
        </p:txBody>
      </p:sp>
      <p:sp>
        <p:nvSpPr>
          <p:cNvPr id="3" name="Footer Placeholder 2">
            <a:extLst>
              <a:ext uri="{FF2B5EF4-FFF2-40B4-BE49-F238E27FC236}">
                <a16:creationId xmlns:a16="http://schemas.microsoft.com/office/drawing/2014/main" id="{67110DDA-2714-93F4-8A6A-853237B1ED04}"/>
              </a:ext>
            </a:extLst>
          </p:cNvPr>
          <p:cNvSpPr>
            <a:spLocks noGrp="1"/>
          </p:cNvSpPr>
          <p:nvPr>
            <p:ph type="ftr" sz="quarter" idx="10"/>
          </p:nvPr>
        </p:nvSpPr>
        <p:spPr/>
        <p:txBody>
          <a:bodyPr/>
          <a:lstStyle/>
          <a:p>
            <a:r>
              <a:rPr lang="en-ID" dirty="0"/>
              <a:t>GitHub Workflow Basics</a:t>
            </a:r>
          </a:p>
        </p:txBody>
      </p:sp>
      <p:sp>
        <p:nvSpPr>
          <p:cNvPr id="4" name="Slide Number Placeholder 3">
            <a:extLst>
              <a:ext uri="{FF2B5EF4-FFF2-40B4-BE49-F238E27FC236}">
                <a16:creationId xmlns:a16="http://schemas.microsoft.com/office/drawing/2014/main" id="{9EE8D704-D963-4A01-53C7-99863811985E}"/>
              </a:ext>
            </a:extLst>
          </p:cNvPr>
          <p:cNvSpPr>
            <a:spLocks noGrp="1"/>
          </p:cNvSpPr>
          <p:nvPr>
            <p:ph type="sldNum" sz="quarter" idx="11"/>
          </p:nvPr>
        </p:nvSpPr>
        <p:spPr/>
        <p:txBody>
          <a:bodyPr/>
          <a:lstStyle/>
          <a:p>
            <a:fld id="{F5342A4C-1D06-4798-B51F-D5804CA03D28}" type="slidenum">
              <a:rPr lang="en-ID" smtClean="0"/>
              <a:pPr/>
              <a:t>6</a:t>
            </a:fld>
            <a:endParaRPr lang="en-ID" dirty="0"/>
          </a:p>
        </p:txBody>
      </p:sp>
      <p:sp>
        <p:nvSpPr>
          <p:cNvPr id="6" name="Text Placeholder 5">
            <a:extLst>
              <a:ext uri="{FF2B5EF4-FFF2-40B4-BE49-F238E27FC236}">
                <a16:creationId xmlns:a16="http://schemas.microsoft.com/office/drawing/2014/main" id="{5AF6CFF2-1035-EA64-881D-55DCE8F7090D}"/>
              </a:ext>
            </a:extLst>
          </p:cNvPr>
          <p:cNvSpPr>
            <a:spLocks noGrp="1"/>
          </p:cNvSpPr>
          <p:nvPr>
            <p:ph type="body" sz="quarter" idx="19"/>
          </p:nvPr>
        </p:nvSpPr>
        <p:spPr>
          <a:xfrm>
            <a:off x="946149" y="1725037"/>
            <a:ext cx="4982211" cy="4541243"/>
          </a:xfrm>
          <a:noFill/>
        </p:spPr>
        <p:txBody>
          <a:bodyPr wrap="square" rtlCol="0">
            <a:spAutoFit/>
          </a:bodyPr>
          <a:lstStyle/>
          <a:p>
            <a:pPr defTabSz="457200" fontAlgn="base"/>
            <a:r>
              <a:rPr lang="en-US" sz="2800" dirty="0">
                <a:solidFill>
                  <a:srgbClr val="273239"/>
                </a:solidFill>
                <a:latin typeface="Nunito" panose="020F0502020204030204" pitchFamily="34" charset="0"/>
              </a:rPr>
              <a:t>GitHub is a web-based platform used for version control, collaboration, and code repository management. It allows developers to work together on projects, track changes, merge code, and manage issues.</a:t>
            </a:r>
          </a:p>
        </p:txBody>
      </p:sp>
      <p:pic>
        <p:nvPicPr>
          <p:cNvPr id="23" name="Picture 22">
            <a:extLst>
              <a:ext uri="{FF2B5EF4-FFF2-40B4-BE49-F238E27FC236}">
                <a16:creationId xmlns:a16="http://schemas.microsoft.com/office/drawing/2014/main" id="{A29D0B79-7409-9F34-C4CC-C77069BA7A83}"/>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4404575" y="473427"/>
            <a:ext cx="7676584" cy="4371975"/>
          </a:xfrm>
          <a:prstGeom prst="rect">
            <a:avLst/>
          </a:prstGeom>
        </p:spPr>
      </p:pic>
    </p:spTree>
    <p:extLst>
      <p:ext uri="{BB962C8B-B14F-4D97-AF65-F5344CB8AC3E}">
        <p14:creationId xmlns:p14="http://schemas.microsoft.com/office/powerpoint/2010/main" val="2274217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36009-DD53-E397-54DF-2395F8EBD780}"/>
              </a:ext>
            </a:extLst>
          </p:cNvPr>
          <p:cNvSpPr>
            <a:spLocks noGrp="1"/>
          </p:cNvSpPr>
          <p:nvPr>
            <p:ph type="title"/>
          </p:nvPr>
        </p:nvSpPr>
        <p:spPr/>
        <p:txBody>
          <a:bodyPr/>
          <a:lstStyle/>
          <a:p>
            <a:r>
              <a:rPr lang="en-US"/>
              <a:t>Key Components</a:t>
            </a:r>
          </a:p>
        </p:txBody>
      </p:sp>
      <p:sp>
        <p:nvSpPr>
          <p:cNvPr id="3" name="Footer Placeholder 2">
            <a:extLst>
              <a:ext uri="{FF2B5EF4-FFF2-40B4-BE49-F238E27FC236}">
                <a16:creationId xmlns:a16="http://schemas.microsoft.com/office/drawing/2014/main" id="{DC19A9F9-CF56-708D-89A7-C9CAA48E8AC3}"/>
              </a:ext>
            </a:extLst>
          </p:cNvPr>
          <p:cNvSpPr>
            <a:spLocks noGrp="1"/>
          </p:cNvSpPr>
          <p:nvPr>
            <p:ph type="ftr" sz="quarter" idx="10"/>
          </p:nvPr>
        </p:nvSpPr>
        <p:spPr/>
        <p:txBody>
          <a:bodyPr/>
          <a:lstStyle/>
          <a:p>
            <a:r>
              <a:rPr lang="en-ID"/>
              <a:t>GitHub Workflow Basics</a:t>
            </a:r>
            <a:endParaRPr lang="en-ID" dirty="0"/>
          </a:p>
        </p:txBody>
      </p:sp>
      <p:sp>
        <p:nvSpPr>
          <p:cNvPr id="4" name="Slide Number Placeholder 3">
            <a:extLst>
              <a:ext uri="{FF2B5EF4-FFF2-40B4-BE49-F238E27FC236}">
                <a16:creationId xmlns:a16="http://schemas.microsoft.com/office/drawing/2014/main" id="{83EF8AD6-6C08-A5E6-4153-69C02845FFAE}"/>
              </a:ext>
            </a:extLst>
          </p:cNvPr>
          <p:cNvSpPr>
            <a:spLocks noGrp="1"/>
          </p:cNvSpPr>
          <p:nvPr>
            <p:ph type="sldNum" sz="quarter" idx="11"/>
          </p:nvPr>
        </p:nvSpPr>
        <p:spPr/>
        <p:txBody>
          <a:bodyPr/>
          <a:lstStyle/>
          <a:p>
            <a:fld id="{F5342A4C-1D06-4798-B51F-D5804CA03D28}" type="slidenum">
              <a:rPr lang="en-ID" smtClean="0"/>
              <a:pPr/>
              <a:t>7</a:t>
            </a:fld>
            <a:endParaRPr lang="en-ID" dirty="0"/>
          </a:p>
        </p:txBody>
      </p:sp>
      <p:sp>
        <p:nvSpPr>
          <p:cNvPr id="6" name="Text Placeholder 5">
            <a:extLst>
              <a:ext uri="{FF2B5EF4-FFF2-40B4-BE49-F238E27FC236}">
                <a16:creationId xmlns:a16="http://schemas.microsoft.com/office/drawing/2014/main" id="{03510DEC-4641-30B0-B54A-D85553119A5C}"/>
              </a:ext>
            </a:extLst>
          </p:cNvPr>
          <p:cNvSpPr>
            <a:spLocks noGrp="1"/>
          </p:cNvSpPr>
          <p:nvPr>
            <p:ph type="body" sz="quarter" idx="19"/>
          </p:nvPr>
        </p:nvSpPr>
        <p:spPr>
          <a:xfrm>
            <a:off x="2768600" y="1173618"/>
            <a:ext cx="5983514" cy="1937502"/>
          </a:xfrm>
        </p:spPr>
        <p:txBody>
          <a:bodyPr>
            <a:noAutofit/>
          </a:bodyPr>
          <a:lstStyle/>
          <a:p>
            <a:r>
              <a:rPr lang="en-US" sz="2000" dirty="0"/>
              <a:t>Repositories in GitHub are where your project's files and revision history are stored. They can be public or private, and each repository contains documentation, code, and related resources.</a:t>
            </a:r>
          </a:p>
        </p:txBody>
      </p:sp>
      <p:sp>
        <p:nvSpPr>
          <p:cNvPr id="7" name="Text Placeholder 6">
            <a:extLst>
              <a:ext uri="{FF2B5EF4-FFF2-40B4-BE49-F238E27FC236}">
                <a16:creationId xmlns:a16="http://schemas.microsoft.com/office/drawing/2014/main" id="{5E4C8CDF-8665-9DA8-C5F8-B82657EC15AD}"/>
              </a:ext>
            </a:extLst>
          </p:cNvPr>
          <p:cNvSpPr>
            <a:spLocks noGrp="1"/>
          </p:cNvSpPr>
          <p:nvPr>
            <p:ph type="body" sz="quarter" idx="20"/>
          </p:nvPr>
        </p:nvSpPr>
        <p:spPr>
          <a:xfrm>
            <a:off x="2768600" y="3984171"/>
            <a:ext cx="6105329" cy="1778753"/>
          </a:xfrm>
        </p:spPr>
        <p:txBody>
          <a:bodyPr>
            <a:noAutofit/>
          </a:bodyPr>
          <a:lstStyle/>
          <a:p>
            <a:r>
              <a:rPr lang="en-US" sz="2000" dirty="0"/>
              <a:t>Issues in GitHub are used to track tasks, enhancements, and bugs for your projects. They facilitate communication among team members, assign tasks, and prioritize work.</a:t>
            </a:r>
          </a:p>
        </p:txBody>
      </p:sp>
      <p:sp>
        <p:nvSpPr>
          <p:cNvPr id="9" name="Text Placeholder 8">
            <a:extLst>
              <a:ext uri="{FF2B5EF4-FFF2-40B4-BE49-F238E27FC236}">
                <a16:creationId xmlns:a16="http://schemas.microsoft.com/office/drawing/2014/main" id="{0B880960-5713-4EE8-8846-B1FBC0D25938}"/>
              </a:ext>
            </a:extLst>
          </p:cNvPr>
          <p:cNvSpPr>
            <a:spLocks noGrp="1"/>
          </p:cNvSpPr>
          <p:nvPr>
            <p:ph type="body" sz="quarter" idx="22"/>
          </p:nvPr>
        </p:nvSpPr>
        <p:spPr>
          <a:xfrm>
            <a:off x="946149" y="1700995"/>
            <a:ext cx="3168651" cy="510044"/>
          </a:xfrm>
        </p:spPr>
        <p:txBody>
          <a:bodyPr/>
          <a:lstStyle/>
          <a:p>
            <a:r>
              <a:rPr lang="en-US" sz="2000" dirty="0"/>
              <a:t>Repositories</a:t>
            </a:r>
          </a:p>
        </p:txBody>
      </p:sp>
      <p:sp>
        <p:nvSpPr>
          <p:cNvPr id="10" name="Text Placeholder 9">
            <a:extLst>
              <a:ext uri="{FF2B5EF4-FFF2-40B4-BE49-F238E27FC236}">
                <a16:creationId xmlns:a16="http://schemas.microsoft.com/office/drawing/2014/main" id="{C8655E06-6198-0972-E960-CAC6D8247F3B}"/>
              </a:ext>
            </a:extLst>
          </p:cNvPr>
          <p:cNvSpPr>
            <a:spLocks noGrp="1"/>
          </p:cNvSpPr>
          <p:nvPr>
            <p:ph type="body" sz="quarter" idx="23"/>
          </p:nvPr>
        </p:nvSpPr>
        <p:spPr>
          <a:xfrm>
            <a:off x="1033839" y="4526468"/>
            <a:ext cx="3168651" cy="510044"/>
          </a:xfrm>
        </p:spPr>
        <p:txBody>
          <a:bodyPr/>
          <a:lstStyle/>
          <a:p>
            <a:r>
              <a:rPr lang="en-US" sz="2000" dirty="0"/>
              <a:t>Issues</a:t>
            </a:r>
          </a:p>
        </p:txBody>
      </p:sp>
      <p:pic>
        <p:nvPicPr>
          <p:cNvPr id="16" name="Picture 15" descr="A brown box with a black background&#10;&#10;Description automatically generated">
            <a:extLst>
              <a:ext uri="{FF2B5EF4-FFF2-40B4-BE49-F238E27FC236}">
                <a16:creationId xmlns:a16="http://schemas.microsoft.com/office/drawing/2014/main" id="{FF765684-0127-D08D-CEC5-DDDE81AEDAE8}"/>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8640147" y="1318382"/>
            <a:ext cx="2059968" cy="1647974"/>
          </a:xfrm>
          <a:prstGeom prst="rect">
            <a:avLst/>
          </a:prstGeom>
        </p:spPr>
      </p:pic>
      <p:pic>
        <p:nvPicPr>
          <p:cNvPr id="18" name="Picture 17" descr="A clipboard with a pencil and check marks&#10;&#10;Description automatically generated">
            <a:extLst>
              <a:ext uri="{FF2B5EF4-FFF2-40B4-BE49-F238E27FC236}">
                <a16:creationId xmlns:a16="http://schemas.microsoft.com/office/drawing/2014/main" id="{D9C83E96-8174-75B6-7E53-B695BAE538A6}"/>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8752114" y="3954560"/>
            <a:ext cx="1677760" cy="1808364"/>
          </a:xfrm>
          <a:prstGeom prst="rect">
            <a:avLst/>
          </a:prstGeom>
        </p:spPr>
      </p:pic>
    </p:spTree>
    <p:extLst>
      <p:ext uri="{BB962C8B-B14F-4D97-AF65-F5344CB8AC3E}">
        <p14:creationId xmlns:p14="http://schemas.microsoft.com/office/powerpoint/2010/main" val="304442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EC340-E9C8-66E4-C429-23519D858C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42A8EA-2F0D-E5EB-0252-4100510303C7}"/>
              </a:ext>
            </a:extLst>
          </p:cNvPr>
          <p:cNvSpPr>
            <a:spLocks noGrp="1"/>
          </p:cNvSpPr>
          <p:nvPr>
            <p:ph type="title"/>
          </p:nvPr>
        </p:nvSpPr>
        <p:spPr/>
        <p:txBody>
          <a:bodyPr/>
          <a:lstStyle/>
          <a:p>
            <a:r>
              <a:rPr lang="en-US" dirty="0"/>
              <a:t>Roles: Maintainer/Contributor</a:t>
            </a:r>
          </a:p>
        </p:txBody>
      </p:sp>
      <p:sp>
        <p:nvSpPr>
          <p:cNvPr id="3" name="Footer Placeholder 2">
            <a:extLst>
              <a:ext uri="{FF2B5EF4-FFF2-40B4-BE49-F238E27FC236}">
                <a16:creationId xmlns:a16="http://schemas.microsoft.com/office/drawing/2014/main" id="{22E5A0B4-65A8-49DB-8B55-260CA1E52DF9}"/>
              </a:ext>
            </a:extLst>
          </p:cNvPr>
          <p:cNvSpPr>
            <a:spLocks noGrp="1"/>
          </p:cNvSpPr>
          <p:nvPr>
            <p:ph type="ftr" sz="quarter" idx="10"/>
          </p:nvPr>
        </p:nvSpPr>
        <p:spPr/>
        <p:txBody>
          <a:bodyPr/>
          <a:lstStyle/>
          <a:p>
            <a:r>
              <a:rPr lang="en-ID"/>
              <a:t>GitHub Workflow Basics</a:t>
            </a:r>
            <a:endParaRPr lang="en-ID" dirty="0"/>
          </a:p>
        </p:txBody>
      </p:sp>
      <p:sp>
        <p:nvSpPr>
          <p:cNvPr id="4" name="Slide Number Placeholder 3">
            <a:extLst>
              <a:ext uri="{FF2B5EF4-FFF2-40B4-BE49-F238E27FC236}">
                <a16:creationId xmlns:a16="http://schemas.microsoft.com/office/drawing/2014/main" id="{BD1A9B77-8CE1-6CE7-DEC3-02D01108E497}"/>
              </a:ext>
            </a:extLst>
          </p:cNvPr>
          <p:cNvSpPr>
            <a:spLocks noGrp="1"/>
          </p:cNvSpPr>
          <p:nvPr>
            <p:ph type="sldNum" sz="quarter" idx="11"/>
          </p:nvPr>
        </p:nvSpPr>
        <p:spPr/>
        <p:txBody>
          <a:bodyPr/>
          <a:lstStyle/>
          <a:p>
            <a:fld id="{F5342A4C-1D06-4798-B51F-D5804CA03D28}" type="slidenum">
              <a:rPr lang="en-ID" smtClean="0"/>
              <a:pPr/>
              <a:t>8</a:t>
            </a:fld>
            <a:endParaRPr lang="en-ID" dirty="0"/>
          </a:p>
        </p:txBody>
      </p:sp>
      <p:sp>
        <p:nvSpPr>
          <p:cNvPr id="9" name="Text Placeholder 8">
            <a:extLst>
              <a:ext uri="{FF2B5EF4-FFF2-40B4-BE49-F238E27FC236}">
                <a16:creationId xmlns:a16="http://schemas.microsoft.com/office/drawing/2014/main" id="{063C4075-B38E-6615-AEF9-4E0565657A06}"/>
              </a:ext>
            </a:extLst>
          </p:cNvPr>
          <p:cNvSpPr>
            <a:spLocks noGrp="1"/>
          </p:cNvSpPr>
          <p:nvPr>
            <p:ph type="body" sz="quarter" idx="22"/>
          </p:nvPr>
        </p:nvSpPr>
        <p:spPr>
          <a:xfrm>
            <a:off x="1092454" y="1869546"/>
            <a:ext cx="3948470" cy="2098431"/>
          </a:xfrm>
        </p:spPr>
        <p:txBody>
          <a:bodyPr/>
          <a:lstStyle/>
          <a:p>
            <a:r>
              <a:rPr lang="en-US" sz="2000" dirty="0"/>
              <a:t>The Maintainer as the person who is owner and in charge of the main repository, manage a project's direction and improvement</a:t>
            </a:r>
          </a:p>
        </p:txBody>
      </p:sp>
      <p:sp>
        <p:nvSpPr>
          <p:cNvPr id="10" name="Text Placeholder 9">
            <a:extLst>
              <a:ext uri="{FF2B5EF4-FFF2-40B4-BE49-F238E27FC236}">
                <a16:creationId xmlns:a16="http://schemas.microsoft.com/office/drawing/2014/main" id="{32F061B2-970F-F935-04B3-E568C775DBDB}"/>
              </a:ext>
            </a:extLst>
          </p:cNvPr>
          <p:cNvSpPr>
            <a:spLocks noGrp="1"/>
          </p:cNvSpPr>
          <p:nvPr>
            <p:ph type="body" sz="quarter" idx="23"/>
          </p:nvPr>
        </p:nvSpPr>
        <p:spPr>
          <a:xfrm>
            <a:off x="6285777" y="1869546"/>
            <a:ext cx="4813769" cy="1682546"/>
          </a:xfrm>
        </p:spPr>
        <p:txBody>
          <a:bodyPr/>
          <a:lstStyle/>
          <a:p>
            <a:r>
              <a:rPr lang="en-US" sz="2000" dirty="0"/>
              <a:t>The Contributor as the person who is accessing or helping modify the repository</a:t>
            </a:r>
          </a:p>
          <a:p>
            <a:r>
              <a:rPr lang="en-US" sz="2000" dirty="0"/>
              <a:t>Roles: Read, Triage, Write, Admin</a:t>
            </a:r>
          </a:p>
        </p:txBody>
      </p:sp>
    </p:spTree>
    <p:extLst>
      <p:ext uri="{BB962C8B-B14F-4D97-AF65-F5344CB8AC3E}">
        <p14:creationId xmlns:p14="http://schemas.microsoft.com/office/powerpoint/2010/main" val="2003517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raphic 7" descr="Cloud with solid fill">
            <a:extLst>
              <a:ext uri="{FF2B5EF4-FFF2-40B4-BE49-F238E27FC236}">
                <a16:creationId xmlns:a16="http://schemas.microsoft.com/office/drawing/2014/main" id="{6B5C8F77-50BC-1587-C012-53761C6BB069}"/>
              </a:ext>
            </a:extLst>
          </p:cNvPr>
          <p:cNvSpPr/>
          <p:nvPr/>
        </p:nvSpPr>
        <p:spPr>
          <a:xfrm>
            <a:off x="1352282" y="1058325"/>
            <a:ext cx="10122793" cy="2099681"/>
          </a:xfrm>
          <a:custGeom>
            <a:avLst/>
            <a:gdLst>
              <a:gd name="connsiteX0" fmla="*/ 3167159 w 3687865"/>
              <a:gd name="connsiteY0" fmla="*/ 1045142 h 2099681"/>
              <a:gd name="connsiteX1" fmla="*/ 3123402 w 3687865"/>
              <a:gd name="connsiteY1" fmla="*/ 1045142 h 2099681"/>
              <a:gd name="connsiteX2" fmla="*/ 3123402 w 3687865"/>
              <a:gd name="connsiteY2" fmla="*/ 1045142 h 2099681"/>
              <a:gd name="connsiteX3" fmla="*/ 2847734 w 3687865"/>
              <a:gd name="connsiteY3" fmla="*/ 511308 h 2099681"/>
              <a:gd name="connsiteX4" fmla="*/ 2248265 w 3687865"/>
              <a:gd name="connsiteY4" fmla="*/ 428170 h 2099681"/>
              <a:gd name="connsiteX5" fmla="*/ 1364376 w 3687865"/>
              <a:gd name="connsiteY5" fmla="*/ 21231 h 2099681"/>
              <a:gd name="connsiteX6" fmla="*/ 760531 w 3687865"/>
              <a:gd name="connsiteY6" fmla="*/ 782600 h 2099681"/>
              <a:gd name="connsiteX7" fmla="*/ 760531 w 3687865"/>
              <a:gd name="connsiteY7" fmla="*/ 791352 h 2099681"/>
              <a:gd name="connsiteX8" fmla="*/ 130432 w 3687865"/>
              <a:gd name="connsiteY8" fmla="*/ 1045142 h 2099681"/>
              <a:gd name="connsiteX9" fmla="*/ 60421 w 3687865"/>
              <a:gd name="connsiteY9" fmla="*/ 1718997 h 2099681"/>
              <a:gd name="connsiteX10" fmla="*/ 624885 w 3687865"/>
              <a:gd name="connsiteY10" fmla="*/ 2095306 h 2099681"/>
              <a:gd name="connsiteX11" fmla="*/ 624885 w 3687865"/>
              <a:gd name="connsiteY11" fmla="*/ 2099682 h 2099681"/>
              <a:gd name="connsiteX12" fmla="*/ 3162783 w 3687865"/>
              <a:gd name="connsiteY12" fmla="*/ 2099682 h 2099681"/>
              <a:gd name="connsiteX13" fmla="*/ 3687865 w 3687865"/>
              <a:gd name="connsiteY13" fmla="*/ 1574600 h 2099681"/>
              <a:gd name="connsiteX14" fmla="*/ 3167159 w 3687865"/>
              <a:gd name="connsiteY14" fmla="*/ 1045142 h 209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7865" h="2099681">
                <a:moveTo>
                  <a:pt x="3167159" y="1045142"/>
                </a:moveTo>
                <a:cubicBezTo>
                  <a:pt x="3154032" y="1045142"/>
                  <a:pt x="3136529" y="1045142"/>
                  <a:pt x="3123402" y="1045142"/>
                </a:cubicBezTo>
                <a:cubicBezTo>
                  <a:pt x="3123402" y="1045142"/>
                  <a:pt x="3123402" y="1045142"/>
                  <a:pt x="3123402" y="1045142"/>
                </a:cubicBezTo>
                <a:cubicBezTo>
                  <a:pt x="3123402" y="830733"/>
                  <a:pt x="3018385" y="633827"/>
                  <a:pt x="2847734" y="511308"/>
                </a:cubicBezTo>
                <a:cubicBezTo>
                  <a:pt x="2672706" y="388789"/>
                  <a:pt x="2449546" y="358159"/>
                  <a:pt x="2248265" y="428170"/>
                </a:cubicBezTo>
                <a:cubicBezTo>
                  <a:pt x="2081988" y="104369"/>
                  <a:pt x="1714431" y="-61907"/>
                  <a:pt x="1364376" y="21231"/>
                </a:cubicBezTo>
                <a:cubicBezTo>
                  <a:pt x="1014321" y="104369"/>
                  <a:pt x="760531" y="419418"/>
                  <a:pt x="760531" y="782600"/>
                </a:cubicBezTo>
                <a:cubicBezTo>
                  <a:pt x="760531" y="782600"/>
                  <a:pt x="760531" y="786976"/>
                  <a:pt x="760531" y="791352"/>
                </a:cubicBezTo>
                <a:cubicBezTo>
                  <a:pt x="519868" y="751971"/>
                  <a:pt x="279205" y="852611"/>
                  <a:pt x="130432" y="1045142"/>
                </a:cubicBezTo>
                <a:cubicBezTo>
                  <a:pt x="-13966" y="1242047"/>
                  <a:pt x="-40220" y="1500213"/>
                  <a:pt x="60421" y="1718997"/>
                </a:cubicBezTo>
                <a:cubicBezTo>
                  <a:pt x="165438" y="1937782"/>
                  <a:pt x="384222" y="2082179"/>
                  <a:pt x="624885" y="2095306"/>
                </a:cubicBezTo>
                <a:lnTo>
                  <a:pt x="624885" y="2099682"/>
                </a:lnTo>
                <a:lnTo>
                  <a:pt x="3162783" y="2099682"/>
                </a:lnTo>
                <a:cubicBezTo>
                  <a:pt x="3451578" y="2099682"/>
                  <a:pt x="3687865" y="1863395"/>
                  <a:pt x="3687865" y="1574600"/>
                </a:cubicBezTo>
                <a:cubicBezTo>
                  <a:pt x="3687865" y="1285804"/>
                  <a:pt x="3455954" y="1045142"/>
                  <a:pt x="3167159" y="1045142"/>
                </a:cubicBezTo>
                <a:close/>
              </a:path>
            </a:pathLst>
          </a:custGeom>
          <a:solidFill>
            <a:srgbClr val="00B0F0"/>
          </a:solidFill>
          <a:ln w="43755" cap="flat">
            <a:noFill/>
            <a:prstDash val="solid"/>
            <a:miter/>
          </a:ln>
        </p:spPr>
        <p:txBody>
          <a:bodyPr rtlCol="0" anchor="ctr"/>
          <a:lstStyle/>
          <a:p>
            <a:endParaRPr lang="en-US"/>
          </a:p>
        </p:txBody>
      </p:sp>
      <p:sp>
        <p:nvSpPr>
          <p:cNvPr id="2" name="Slide Number Placeholder 1">
            <a:extLst>
              <a:ext uri="{FF2B5EF4-FFF2-40B4-BE49-F238E27FC236}">
                <a16:creationId xmlns:a16="http://schemas.microsoft.com/office/drawing/2014/main" id="{7631F239-9879-CE23-BDFB-15FEEE07B879}"/>
              </a:ext>
            </a:extLst>
          </p:cNvPr>
          <p:cNvSpPr>
            <a:spLocks noGrp="1"/>
          </p:cNvSpPr>
          <p:nvPr>
            <p:ph type="sldNum" sz="quarter" idx="10"/>
          </p:nvPr>
        </p:nvSpPr>
        <p:spPr/>
        <p:txBody>
          <a:bodyPr/>
          <a:lstStyle/>
          <a:p>
            <a:fld id="{F5342A4C-1D06-4798-B51F-D5804CA03D28}" type="slidenum">
              <a:rPr lang="en-ID" smtClean="0"/>
              <a:pPr/>
              <a:t>9</a:t>
            </a:fld>
            <a:endParaRPr lang="en-ID" dirty="0"/>
          </a:p>
        </p:txBody>
      </p:sp>
      <p:sp>
        <p:nvSpPr>
          <p:cNvPr id="3" name="Footer Placeholder 2">
            <a:extLst>
              <a:ext uri="{FF2B5EF4-FFF2-40B4-BE49-F238E27FC236}">
                <a16:creationId xmlns:a16="http://schemas.microsoft.com/office/drawing/2014/main" id="{6518D3DE-8B6F-727C-47D3-D56CD21CC3E3}"/>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37F9A8C9-83BE-5609-0B0F-FAAF049AA163}"/>
              </a:ext>
            </a:extLst>
          </p:cNvPr>
          <p:cNvSpPr>
            <a:spLocks noGrp="1"/>
          </p:cNvSpPr>
          <p:nvPr>
            <p:ph type="title"/>
          </p:nvPr>
        </p:nvSpPr>
        <p:spPr/>
        <p:txBody>
          <a:bodyPr/>
          <a:lstStyle/>
          <a:p>
            <a:r>
              <a:rPr lang="en-US" dirty="0"/>
              <a:t>Prepare the project </a:t>
            </a:r>
            <a:r>
              <a:rPr lang="en-US" sz="4400" dirty="0"/>
              <a:t>&lt;Maintainer&gt; </a:t>
            </a:r>
            <a:endParaRPr lang="en-US" dirty="0"/>
          </a:p>
        </p:txBody>
      </p:sp>
      <p:pic>
        <p:nvPicPr>
          <p:cNvPr id="11" name="Picture 10">
            <a:extLst>
              <a:ext uri="{FF2B5EF4-FFF2-40B4-BE49-F238E27FC236}">
                <a16:creationId xmlns:a16="http://schemas.microsoft.com/office/drawing/2014/main" id="{484B455A-946F-3B89-92A7-0E4CEA4AE2B6}"/>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493780" y="863724"/>
            <a:ext cx="1388153" cy="1388153"/>
          </a:xfrm>
          <a:prstGeom prst="rect">
            <a:avLst/>
          </a:prstGeom>
        </p:spPr>
      </p:pic>
      <p:pic>
        <p:nvPicPr>
          <p:cNvPr id="5" name="Picture 4">
            <a:extLst>
              <a:ext uri="{FF2B5EF4-FFF2-40B4-BE49-F238E27FC236}">
                <a16:creationId xmlns:a16="http://schemas.microsoft.com/office/drawing/2014/main" id="{55FF607A-8720-5D4A-75A8-4B5A14BA8746}"/>
              </a:ext>
            </a:extLst>
          </p:cNvPr>
          <p:cNvPicPr>
            <a:picLocks noChangeAspect="1"/>
          </p:cNvPicPr>
          <p:nvPr/>
        </p:nvPicPr>
        <p:blipFill>
          <a:blip r:embed="rId5"/>
          <a:srcRect l="21082" b="13503"/>
          <a:stretch/>
        </p:blipFill>
        <p:spPr>
          <a:xfrm>
            <a:off x="2104836" y="2486322"/>
            <a:ext cx="5473524" cy="3331193"/>
          </a:xfrm>
          <a:prstGeom prst="rect">
            <a:avLst/>
          </a:prstGeom>
        </p:spPr>
      </p:pic>
      <p:pic>
        <p:nvPicPr>
          <p:cNvPr id="6" name="Picture 5">
            <a:extLst>
              <a:ext uri="{FF2B5EF4-FFF2-40B4-BE49-F238E27FC236}">
                <a16:creationId xmlns:a16="http://schemas.microsoft.com/office/drawing/2014/main" id="{D16DBF50-9B22-D691-F5B0-D44E6EAA9416}"/>
              </a:ext>
            </a:extLst>
          </p:cNvPr>
          <p:cNvPicPr>
            <a:picLocks noChangeAspect="1"/>
          </p:cNvPicPr>
          <p:nvPr/>
        </p:nvPicPr>
        <p:blipFill rotWithShape="1">
          <a:blip r:embed="rId6"/>
          <a:srcRect l="7285" t="23875" r="12705" b="20871"/>
          <a:stretch/>
        </p:blipFill>
        <p:spPr>
          <a:xfrm>
            <a:off x="6005283" y="5970729"/>
            <a:ext cx="4408800" cy="791350"/>
          </a:xfrm>
          <a:prstGeom prst="rect">
            <a:avLst/>
          </a:prstGeom>
        </p:spPr>
      </p:pic>
      <p:sp>
        <p:nvSpPr>
          <p:cNvPr id="13" name="TextBox 12">
            <a:extLst>
              <a:ext uri="{FF2B5EF4-FFF2-40B4-BE49-F238E27FC236}">
                <a16:creationId xmlns:a16="http://schemas.microsoft.com/office/drawing/2014/main" id="{D600D048-8058-70E5-89F1-548428483FAF}"/>
              </a:ext>
            </a:extLst>
          </p:cNvPr>
          <p:cNvSpPr txBox="1"/>
          <p:nvPr/>
        </p:nvSpPr>
        <p:spPr>
          <a:xfrm>
            <a:off x="2147437" y="2030979"/>
            <a:ext cx="9207917" cy="461665"/>
          </a:xfrm>
          <a:prstGeom prst="rect">
            <a:avLst/>
          </a:prstGeom>
          <a:noFill/>
        </p:spPr>
        <p:txBody>
          <a:bodyPr wrap="square">
            <a:spAutoFit/>
          </a:bodyPr>
          <a:lstStyle/>
          <a:p>
            <a:r>
              <a:rPr lang="en-US" sz="2400" dirty="0"/>
              <a:t>Creates an organization and a repository</a:t>
            </a:r>
          </a:p>
        </p:txBody>
      </p:sp>
      <p:pic>
        <p:nvPicPr>
          <p:cNvPr id="17" name="Picture 16" descr="A blue number one on a white background&#10;&#10;Description automatically generated">
            <a:extLst>
              <a:ext uri="{FF2B5EF4-FFF2-40B4-BE49-F238E27FC236}">
                <a16:creationId xmlns:a16="http://schemas.microsoft.com/office/drawing/2014/main" id="{6C1DEAC3-1D93-2B0F-4321-3DD10346C489}"/>
              </a:ext>
            </a:extLst>
          </p:cNvPr>
          <p:cNvPicPr>
            <a:picLocks noChangeAspect="1"/>
          </p:cNvPicPr>
          <p:nvPr/>
        </p:nvPicPr>
        <p:blipFill>
          <a:blip r:embed="rId7">
            <a:extLst>
              <a:ext uri="{837473B0-CC2E-450A-ABE3-18F120FF3D39}">
                <a1611:picAttrSrcUrl xmlns:a1611="http://schemas.microsoft.com/office/drawing/2016/11/main" r:id="rId8"/>
              </a:ext>
            </a:extLst>
          </a:blip>
          <a:srcRect l="5026" r="14618"/>
          <a:stretch/>
        </p:blipFill>
        <p:spPr>
          <a:xfrm>
            <a:off x="1487371" y="2486322"/>
            <a:ext cx="482376" cy="542438"/>
          </a:xfrm>
          <a:prstGeom prst="rect">
            <a:avLst/>
          </a:prstGeom>
        </p:spPr>
      </p:pic>
      <p:sp>
        <p:nvSpPr>
          <p:cNvPr id="7" name="Right Arrow 6">
            <a:extLst>
              <a:ext uri="{FF2B5EF4-FFF2-40B4-BE49-F238E27FC236}">
                <a16:creationId xmlns:a16="http://schemas.microsoft.com/office/drawing/2014/main" id="{EEC33FE8-80CE-EEFA-FE4D-B1951AB9E063}"/>
              </a:ext>
            </a:extLst>
          </p:cNvPr>
          <p:cNvSpPr/>
          <p:nvPr/>
        </p:nvSpPr>
        <p:spPr>
          <a:xfrm rot="2842685">
            <a:off x="6700893" y="5163750"/>
            <a:ext cx="1721085" cy="263046"/>
          </a:xfrm>
          <a:prstGeom prst="rightArrow">
            <a:avLst/>
          </a:prstGeom>
          <a:solidFill>
            <a:srgbClr val="92D05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7257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954A6-897C-7FCA-B07E-E9D41092DDE6}"/>
            </a:ext>
          </a:extLst>
        </p:cNvPr>
        <p:cNvGrpSpPr/>
        <p:nvPr/>
      </p:nvGrpSpPr>
      <p:grpSpPr>
        <a:xfrm>
          <a:off x="0" y="0"/>
          <a:ext cx="0" cy="0"/>
          <a:chOff x="0" y="0"/>
          <a:chExt cx="0" cy="0"/>
        </a:xfrm>
      </p:grpSpPr>
      <p:sp>
        <p:nvSpPr>
          <p:cNvPr id="9" name="Graphic 7" descr="Cloud with solid fill">
            <a:extLst>
              <a:ext uri="{FF2B5EF4-FFF2-40B4-BE49-F238E27FC236}">
                <a16:creationId xmlns:a16="http://schemas.microsoft.com/office/drawing/2014/main" id="{648104DC-BB56-C7B5-196B-E217683F151E}"/>
              </a:ext>
            </a:extLst>
          </p:cNvPr>
          <p:cNvSpPr/>
          <p:nvPr/>
        </p:nvSpPr>
        <p:spPr>
          <a:xfrm>
            <a:off x="1352282" y="1058325"/>
            <a:ext cx="10122793" cy="2099681"/>
          </a:xfrm>
          <a:custGeom>
            <a:avLst/>
            <a:gdLst>
              <a:gd name="connsiteX0" fmla="*/ 3167159 w 3687865"/>
              <a:gd name="connsiteY0" fmla="*/ 1045142 h 2099681"/>
              <a:gd name="connsiteX1" fmla="*/ 3123402 w 3687865"/>
              <a:gd name="connsiteY1" fmla="*/ 1045142 h 2099681"/>
              <a:gd name="connsiteX2" fmla="*/ 3123402 w 3687865"/>
              <a:gd name="connsiteY2" fmla="*/ 1045142 h 2099681"/>
              <a:gd name="connsiteX3" fmla="*/ 2847734 w 3687865"/>
              <a:gd name="connsiteY3" fmla="*/ 511308 h 2099681"/>
              <a:gd name="connsiteX4" fmla="*/ 2248265 w 3687865"/>
              <a:gd name="connsiteY4" fmla="*/ 428170 h 2099681"/>
              <a:gd name="connsiteX5" fmla="*/ 1364376 w 3687865"/>
              <a:gd name="connsiteY5" fmla="*/ 21231 h 2099681"/>
              <a:gd name="connsiteX6" fmla="*/ 760531 w 3687865"/>
              <a:gd name="connsiteY6" fmla="*/ 782600 h 2099681"/>
              <a:gd name="connsiteX7" fmla="*/ 760531 w 3687865"/>
              <a:gd name="connsiteY7" fmla="*/ 791352 h 2099681"/>
              <a:gd name="connsiteX8" fmla="*/ 130432 w 3687865"/>
              <a:gd name="connsiteY8" fmla="*/ 1045142 h 2099681"/>
              <a:gd name="connsiteX9" fmla="*/ 60421 w 3687865"/>
              <a:gd name="connsiteY9" fmla="*/ 1718997 h 2099681"/>
              <a:gd name="connsiteX10" fmla="*/ 624885 w 3687865"/>
              <a:gd name="connsiteY10" fmla="*/ 2095306 h 2099681"/>
              <a:gd name="connsiteX11" fmla="*/ 624885 w 3687865"/>
              <a:gd name="connsiteY11" fmla="*/ 2099682 h 2099681"/>
              <a:gd name="connsiteX12" fmla="*/ 3162783 w 3687865"/>
              <a:gd name="connsiteY12" fmla="*/ 2099682 h 2099681"/>
              <a:gd name="connsiteX13" fmla="*/ 3687865 w 3687865"/>
              <a:gd name="connsiteY13" fmla="*/ 1574600 h 2099681"/>
              <a:gd name="connsiteX14" fmla="*/ 3167159 w 3687865"/>
              <a:gd name="connsiteY14" fmla="*/ 1045142 h 209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7865" h="2099681">
                <a:moveTo>
                  <a:pt x="3167159" y="1045142"/>
                </a:moveTo>
                <a:cubicBezTo>
                  <a:pt x="3154032" y="1045142"/>
                  <a:pt x="3136529" y="1045142"/>
                  <a:pt x="3123402" y="1045142"/>
                </a:cubicBezTo>
                <a:cubicBezTo>
                  <a:pt x="3123402" y="1045142"/>
                  <a:pt x="3123402" y="1045142"/>
                  <a:pt x="3123402" y="1045142"/>
                </a:cubicBezTo>
                <a:cubicBezTo>
                  <a:pt x="3123402" y="830733"/>
                  <a:pt x="3018385" y="633827"/>
                  <a:pt x="2847734" y="511308"/>
                </a:cubicBezTo>
                <a:cubicBezTo>
                  <a:pt x="2672706" y="388789"/>
                  <a:pt x="2449546" y="358159"/>
                  <a:pt x="2248265" y="428170"/>
                </a:cubicBezTo>
                <a:cubicBezTo>
                  <a:pt x="2081988" y="104369"/>
                  <a:pt x="1714431" y="-61907"/>
                  <a:pt x="1364376" y="21231"/>
                </a:cubicBezTo>
                <a:cubicBezTo>
                  <a:pt x="1014321" y="104369"/>
                  <a:pt x="760531" y="419418"/>
                  <a:pt x="760531" y="782600"/>
                </a:cubicBezTo>
                <a:cubicBezTo>
                  <a:pt x="760531" y="782600"/>
                  <a:pt x="760531" y="786976"/>
                  <a:pt x="760531" y="791352"/>
                </a:cubicBezTo>
                <a:cubicBezTo>
                  <a:pt x="519868" y="751971"/>
                  <a:pt x="279205" y="852611"/>
                  <a:pt x="130432" y="1045142"/>
                </a:cubicBezTo>
                <a:cubicBezTo>
                  <a:pt x="-13966" y="1242047"/>
                  <a:pt x="-40220" y="1500213"/>
                  <a:pt x="60421" y="1718997"/>
                </a:cubicBezTo>
                <a:cubicBezTo>
                  <a:pt x="165438" y="1937782"/>
                  <a:pt x="384222" y="2082179"/>
                  <a:pt x="624885" y="2095306"/>
                </a:cubicBezTo>
                <a:lnTo>
                  <a:pt x="624885" y="2099682"/>
                </a:lnTo>
                <a:lnTo>
                  <a:pt x="3162783" y="2099682"/>
                </a:lnTo>
                <a:cubicBezTo>
                  <a:pt x="3451578" y="2099682"/>
                  <a:pt x="3687865" y="1863395"/>
                  <a:pt x="3687865" y="1574600"/>
                </a:cubicBezTo>
                <a:cubicBezTo>
                  <a:pt x="3687865" y="1285804"/>
                  <a:pt x="3455954" y="1045142"/>
                  <a:pt x="3167159" y="1045142"/>
                </a:cubicBezTo>
                <a:close/>
              </a:path>
            </a:pathLst>
          </a:custGeom>
          <a:solidFill>
            <a:srgbClr val="00B0F0"/>
          </a:solidFill>
          <a:ln w="43755" cap="flat">
            <a:noFill/>
            <a:prstDash val="solid"/>
            <a:miter/>
          </a:ln>
        </p:spPr>
        <p:txBody>
          <a:bodyPr rtlCol="0" anchor="ctr"/>
          <a:lstStyle/>
          <a:p>
            <a:endParaRPr lang="en-US"/>
          </a:p>
        </p:txBody>
      </p:sp>
      <p:sp>
        <p:nvSpPr>
          <p:cNvPr id="2" name="Slide Number Placeholder 1">
            <a:extLst>
              <a:ext uri="{FF2B5EF4-FFF2-40B4-BE49-F238E27FC236}">
                <a16:creationId xmlns:a16="http://schemas.microsoft.com/office/drawing/2014/main" id="{3A4FAE5E-1785-B7CE-48F6-E9CDEB4E9D4C}"/>
              </a:ext>
            </a:extLst>
          </p:cNvPr>
          <p:cNvSpPr>
            <a:spLocks noGrp="1"/>
          </p:cNvSpPr>
          <p:nvPr>
            <p:ph type="sldNum" sz="quarter" idx="10"/>
          </p:nvPr>
        </p:nvSpPr>
        <p:spPr/>
        <p:txBody>
          <a:bodyPr/>
          <a:lstStyle/>
          <a:p>
            <a:fld id="{F5342A4C-1D06-4798-B51F-D5804CA03D28}" type="slidenum">
              <a:rPr lang="en-ID" smtClean="0"/>
              <a:pPr/>
              <a:t>10</a:t>
            </a:fld>
            <a:endParaRPr lang="en-ID" dirty="0"/>
          </a:p>
        </p:txBody>
      </p:sp>
      <p:sp>
        <p:nvSpPr>
          <p:cNvPr id="3" name="Footer Placeholder 2">
            <a:extLst>
              <a:ext uri="{FF2B5EF4-FFF2-40B4-BE49-F238E27FC236}">
                <a16:creationId xmlns:a16="http://schemas.microsoft.com/office/drawing/2014/main" id="{670B9AD6-93F3-0864-7F59-0274CE66D06A}"/>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970186E0-1EDC-4BDC-01EF-645DC8B00400}"/>
              </a:ext>
            </a:extLst>
          </p:cNvPr>
          <p:cNvSpPr>
            <a:spLocks noGrp="1"/>
          </p:cNvSpPr>
          <p:nvPr>
            <p:ph type="title"/>
          </p:nvPr>
        </p:nvSpPr>
        <p:spPr/>
        <p:txBody>
          <a:bodyPr/>
          <a:lstStyle/>
          <a:p>
            <a:r>
              <a:rPr lang="en-US" dirty="0"/>
              <a:t>Prepare the project</a:t>
            </a:r>
          </a:p>
        </p:txBody>
      </p:sp>
      <p:pic>
        <p:nvPicPr>
          <p:cNvPr id="11" name="Picture 10">
            <a:extLst>
              <a:ext uri="{FF2B5EF4-FFF2-40B4-BE49-F238E27FC236}">
                <a16:creationId xmlns:a16="http://schemas.microsoft.com/office/drawing/2014/main" id="{543ABDCA-8A37-D074-957A-B77C156EF054}"/>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493780" y="863724"/>
            <a:ext cx="1388153" cy="1388153"/>
          </a:xfrm>
          <a:prstGeom prst="rect">
            <a:avLst/>
          </a:prstGeom>
        </p:spPr>
      </p:pic>
      <p:pic>
        <p:nvPicPr>
          <p:cNvPr id="8" name="Picture 7">
            <a:extLst>
              <a:ext uri="{FF2B5EF4-FFF2-40B4-BE49-F238E27FC236}">
                <a16:creationId xmlns:a16="http://schemas.microsoft.com/office/drawing/2014/main" id="{D9688ED3-2A64-7301-4E1F-9DC1722BEE05}"/>
              </a:ext>
            </a:extLst>
          </p:cNvPr>
          <p:cNvPicPr>
            <a:picLocks noChangeAspect="1"/>
          </p:cNvPicPr>
          <p:nvPr/>
        </p:nvPicPr>
        <p:blipFill rotWithShape="1">
          <a:blip r:embed="rId5"/>
          <a:srcRect l="12786" t="17919" r="12165" b="7996"/>
          <a:stretch/>
        </p:blipFill>
        <p:spPr>
          <a:xfrm>
            <a:off x="4153245" y="3001168"/>
            <a:ext cx="4365732" cy="2204030"/>
          </a:xfrm>
          <a:prstGeom prst="rect">
            <a:avLst/>
          </a:prstGeom>
        </p:spPr>
      </p:pic>
      <p:sp>
        <p:nvSpPr>
          <p:cNvPr id="13" name="TextBox 12">
            <a:extLst>
              <a:ext uri="{FF2B5EF4-FFF2-40B4-BE49-F238E27FC236}">
                <a16:creationId xmlns:a16="http://schemas.microsoft.com/office/drawing/2014/main" id="{880D8F17-EB8F-EB84-2252-FCA49D2EDE80}"/>
              </a:ext>
            </a:extLst>
          </p:cNvPr>
          <p:cNvSpPr txBox="1"/>
          <p:nvPr/>
        </p:nvSpPr>
        <p:spPr>
          <a:xfrm>
            <a:off x="5162933" y="2042480"/>
            <a:ext cx="6093500" cy="461665"/>
          </a:xfrm>
          <a:prstGeom prst="rect">
            <a:avLst/>
          </a:prstGeom>
          <a:noFill/>
        </p:spPr>
        <p:txBody>
          <a:bodyPr wrap="square">
            <a:spAutoFit/>
          </a:bodyPr>
          <a:lstStyle/>
          <a:p>
            <a:r>
              <a:rPr lang="en-US" sz="2400" dirty="0"/>
              <a:t>&lt;maintainer&gt;</a:t>
            </a:r>
          </a:p>
        </p:txBody>
      </p:sp>
      <p:sp>
        <p:nvSpPr>
          <p:cNvPr id="15" name="TextBox 14">
            <a:extLst>
              <a:ext uri="{FF2B5EF4-FFF2-40B4-BE49-F238E27FC236}">
                <a16:creationId xmlns:a16="http://schemas.microsoft.com/office/drawing/2014/main" id="{FD083967-97A6-8F38-9AEF-863D342AFFA8}"/>
              </a:ext>
            </a:extLst>
          </p:cNvPr>
          <p:cNvSpPr txBox="1"/>
          <p:nvPr/>
        </p:nvSpPr>
        <p:spPr>
          <a:xfrm>
            <a:off x="4498492" y="5448352"/>
            <a:ext cx="4098949" cy="523220"/>
          </a:xfrm>
          <a:prstGeom prst="rect">
            <a:avLst/>
          </a:prstGeom>
          <a:noFill/>
        </p:spPr>
        <p:txBody>
          <a:bodyPr wrap="square">
            <a:spAutoFit/>
          </a:bodyPr>
          <a:lstStyle/>
          <a:p>
            <a:r>
              <a:rPr lang="en-US" sz="2800" dirty="0"/>
              <a:t>Update the readme file</a:t>
            </a:r>
          </a:p>
        </p:txBody>
      </p:sp>
      <p:pic>
        <p:nvPicPr>
          <p:cNvPr id="19" name="Picture 18" descr="A blue neon sign with a number two&#10;&#10;Description automatically generated">
            <a:extLst>
              <a:ext uri="{FF2B5EF4-FFF2-40B4-BE49-F238E27FC236}">
                <a16:creationId xmlns:a16="http://schemas.microsoft.com/office/drawing/2014/main" id="{AFFEF17A-8EBB-0425-92EC-FDE6A4415689}"/>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4153244" y="2470889"/>
            <a:ext cx="530279" cy="530279"/>
          </a:xfrm>
          <a:prstGeom prst="rect">
            <a:avLst/>
          </a:prstGeom>
        </p:spPr>
      </p:pic>
      <p:sp>
        <p:nvSpPr>
          <p:cNvPr id="7" name="Curved Up Arrow 6">
            <a:extLst>
              <a:ext uri="{FF2B5EF4-FFF2-40B4-BE49-F238E27FC236}">
                <a16:creationId xmlns:a16="http://schemas.microsoft.com/office/drawing/2014/main" id="{0C061C6F-BD81-4C3A-2814-F9F39CA1016B}"/>
              </a:ext>
            </a:extLst>
          </p:cNvPr>
          <p:cNvSpPr/>
          <p:nvPr/>
        </p:nvSpPr>
        <p:spPr>
          <a:xfrm rot="2805407">
            <a:off x="3548406" y="5395615"/>
            <a:ext cx="935020" cy="953575"/>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32814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8180C-50C8-66AC-0054-F7BE7E437B99}"/>
              </a:ext>
            </a:extLst>
          </p:cNvPr>
          <p:cNvSpPr>
            <a:spLocks noGrp="1"/>
          </p:cNvSpPr>
          <p:nvPr>
            <p:ph type="title"/>
          </p:nvPr>
        </p:nvSpPr>
        <p:spPr>
          <a:xfrm>
            <a:off x="1115708" y="309034"/>
            <a:ext cx="10794938" cy="1335367"/>
          </a:xfrm>
        </p:spPr>
        <p:txBody>
          <a:bodyPr>
            <a:normAutofit fontScale="90000"/>
          </a:bodyPr>
          <a:lstStyle/>
          <a:p>
            <a:r>
              <a:rPr lang="en-US" dirty="0"/>
              <a:t>Issues and collaborations &lt;Maintainer&gt;</a:t>
            </a:r>
            <a:br>
              <a:rPr lang="en-US" dirty="0"/>
            </a:br>
            <a:endParaRPr lang="en-US" dirty="0"/>
          </a:p>
        </p:txBody>
      </p:sp>
      <p:sp>
        <p:nvSpPr>
          <p:cNvPr id="3" name="Footer Placeholder 2">
            <a:extLst>
              <a:ext uri="{FF2B5EF4-FFF2-40B4-BE49-F238E27FC236}">
                <a16:creationId xmlns:a16="http://schemas.microsoft.com/office/drawing/2014/main" id="{F56014BA-E5E7-1D28-B33D-DF454FA992AC}"/>
              </a:ext>
            </a:extLst>
          </p:cNvPr>
          <p:cNvSpPr>
            <a:spLocks noGrp="1"/>
          </p:cNvSpPr>
          <p:nvPr>
            <p:ph type="ftr" sz="quarter" idx="10"/>
          </p:nvPr>
        </p:nvSpPr>
        <p:spPr/>
        <p:txBody>
          <a:bodyPr/>
          <a:lstStyle/>
          <a:p>
            <a:r>
              <a:rPr lang="en-ID"/>
              <a:t>GitHub Workflow Basics</a:t>
            </a:r>
            <a:endParaRPr lang="en-ID" dirty="0"/>
          </a:p>
        </p:txBody>
      </p:sp>
      <p:sp>
        <p:nvSpPr>
          <p:cNvPr id="4" name="Slide Number Placeholder 3">
            <a:extLst>
              <a:ext uri="{FF2B5EF4-FFF2-40B4-BE49-F238E27FC236}">
                <a16:creationId xmlns:a16="http://schemas.microsoft.com/office/drawing/2014/main" id="{FAA94A8C-ED4B-8938-A4AF-8A6AC2E4AB19}"/>
              </a:ext>
            </a:extLst>
          </p:cNvPr>
          <p:cNvSpPr>
            <a:spLocks noGrp="1"/>
          </p:cNvSpPr>
          <p:nvPr>
            <p:ph type="sldNum" sz="quarter" idx="11"/>
          </p:nvPr>
        </p:nvSpPr>
        <p:spPr/>
        <p:txBody>
          <a:bodyPr/>
          <a:lstStyle/>
          <a:p>
            <a:fld id="{F5342A4C-1D06-4798-B51F-D5804CA03D28}" type="slidenum">
              <a:rPr lang="en-ID" smtClean="0"/>
              <a:pPr/>
              <a:t>11</a:t>
            </a:fld>
            <a:endParaRPr lang="en-ID" dirty="0"/>
          </a:p>
        </p:txBody>
      </p:sp>
      <p:sp>
        <p:nvSpPr>
          <p:cNvPr id="5" name="Text Placeholder 4">
            <a:extLst>
              <a:ext uri="{FF2B5EF4-FFF2-40B4-BE49-F238E27FC236}">
                <a16:creationId xmlns:a16="http://schemas.microsoft.com/office/drawing/2014/main" id="{6ED2A9E2-7258-B044-7199-90A11137C11B}"/>
              </a:ext>
            </a:extLst>
          </p:cNvPr>
          <p:cNvSpPr>
            <a:spLocks noGrp="1"/>
          </p:cNvSpPr>
          <p:nvPr>
            <p:ph type="body" sz="quarter" idx="15"/>
          </p:nvPr>
        </p:nvSpPr>
        <p:spPr>
          <a:xfrm>
            <a:off x="1260147" y="1448166"/>
            <a:ext cx="10091776" cy="1058050"/>
          </a:xfrm>
        </p:spPr>
        <p:txBody>
          <a:bodyPr vert="horz" lIns="91440" tIns="45720" rIns="91440" bIns="45720" rtlCol="0">
            <a:normAutofit/>
          </a:bodyPr>
          <a:lstStyle/>
          <a:p>
            <a:r>
              <a:rPr lang="en-US" sz="1600" dirty="0"/>
              <a:t>Helps prevent developers from working on the same thing at the same time. Also, issue provides a place for the community to propose and ideas, prioritize issues, size issues, clarify requirements, and verify bugs</a:t>
            </a:r>
          </a:p>
        </p:txBody>
      </p:sp>
      <p:sp>
        <p:nvSpPr>
          <p:cNvPr id="6" name="Text Placeholder 5">
            <a:extLst>
              <a:ext uri="{FF2B5EF4-FFF2-40B4-BE49-F238E27FC236}">
                <a16:creationId xmlns:a16="http://schemas.microsoft.com/office/drawing/2014/main" id="{4C1D351C-5424-A53C-5890-62215683D238}"/>
              </a:ext>
            </a:extLst>
          </p:cNvPr>
          <p:cNvSpPr>
            <a:spLocks noGrp="1"/>
          </p:cNvSpPr>
          <p:nvPr>
            <p:ph type="body" sz="quarter" idx="16"/>
          </p:nvPr>
        </p:nvSpPr>
        <p:spPr>
          <a:xfrm>
            <a:off x="1249565" y="1090432"/>
            <a:ext cx="4765987" cy="331482"/>
          </a:xfrm>
        </p:spPr>
        <p:txBody>
          <a:bodyPr vert="horz" lIns="91440" tIns="45720" rIns="91440" bIns="45720" rtlCol="0" anchor="b">
            <a:noAutofit/>
          </a:bodyPr>
          <a:lstStyle/>
          <a:p>
            <a:r>
              <a:rPr lang="en-US" sz="1600" dirty="0"/>
              <a:t>Creating and issue and then claiming it</a:t>
            </a:r>
          </a:p>
        </p:txBody>
      </p:sp>
      <p:pic>
        <p:nvPicPr>
          <p:cNvPr id="17" name="Picture 16">
            <a:extLst>
              <a:ext uri="{FF2B5EF4-FFF2-40B4-BE49-F238E27FC236}">
                <a16:creationId xmlns:a16="http://schemas.microsoft.com/office/drawing/2014/main" id="{BAE60105-3823-D0BB-111E-AED7FDBCB2D6}"/>
              </a:ext>
            </a:extLst>
          </p:cNvPr>
          <p:cNvPicPr>
            <a:picLocks noChangeAspect="1"/>
          </p:cNvPicPr>
          <p:nvPr/>
        </p:nvPicPr>
        <p:blipFill>
          <a:blip r:embed="rId3"/>
          <a:stretch>
            <a:fillRect/>
          </a:stretch>
        </p:blipFill>
        <p:spPr>
          <a:xfrm>
            <a:off x="1935447" y="2875547"/>
            <a:ext cx="8321105" cy="3814011"/>
          </a:xfrm>
          <a:prstGeom prst="rect">
            <a:avLst/>
          </a:prstGeom>
        </p:spPr>
      </p:pic>
    </p:spTree>
    <p:extLst>
      <p:ext uri="{BB962C8B-B14F-4D97-AF65-F5344CB8AC3E}">
        <p14:creationId xmlns:p14="http://schemas.microsoft.com/office/powerpoint/2010/main" val="3571650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2E14D-39FF-2FED-8750-847F581A9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B6FCDC-168A-9EE2-5387-FF90FCFD1653}"/>
              </a:ext>
            </a:extLst>
          </p:cNvPr>
          <p:cNvSpPr>
            <a:spLocks noGrp="1"/>
          </p:cNvSpPr>
          <p:nvPr>
            <p:ph type="title"/>
          </p:nvPr>
        </p:nvSpPr>
        <p:spPr>
          <a:xfrm>
            <a:off x="890337" y="202968"/>
            <a:ext cx="10713395" cy="795653"/>
          </a:xfrm>
        </p:spPr>
        <p:txBody>
          <a:bodyPr/>
          <a:lstStyle/>
          <a:p>
            <a:r>
              <a:rPr lang="en-US" dirty="0"/>
              <a:t>Issues and collaborations</a:t>
            </a:r>
          </a:p>
        </p:txBody>
      </p:sp>
      <p:sp>
        <p:nvSpPr>
          <p:cNvPr id="3" name="Footer Placeholder 2">
            <a:extLst>
              <a:ext uri="{FF2B5EF4-FFF2-40B4-BE49-F238E27FC236}">
                <a16:creationId xmlns:a16="http://schemas.microsoft.com/office/drawing/2014/main" id="{512FB9A2-82C7-E36A-D6AD-B14EEC1E1AA9}"/>
              </a:ext>
            </a:extLst>
          </p:cNvPr>
          <p:cNvSpPr>
            <a:spLocks noGrp="1"/>
          </p:cNvSpPr>
          <p:nvPr>
            <p:ph type="ftr" sz="quarter" idx="10"/>
          </p:nvPr>
        </p:nvSpPr>
        <p:spPr/>
        <p:txBody>
          <a:bodyPr/>
          <a:lstStyle/>
          <a:p>
            <a:r>
              <a:rPr lang="en-ID"/>
              <a:t>GitHub Workflow Basics</a:t>
            </a:r>
            <a:endParaRPr lang="en-ID" dirty="0"/>
          </a:p>
        </p:txBody>
      </p:sp>
      <p:sp>
        <p:nvSpPr>
          <p:cNvPr id="4" name="Slide Number Placeholder 3">
            <a:extLst>
              <a:ext uri="{FF2B5EF4-FFF2-40B4-BE49-F238E27FC236}">
                <a16:creationId xmlns:a16="http://schemas.microsoft.com/office/drawing/2014/main" id="{CB9F0DA8-21D1-2D25-94CC-00C5A55B6B5E}"/>
              </a:ext>
            </a:extLst>
          </p:cNvPr>
          <p:cNvSpPr>
            <a:spLocks noGrp="1"/>
          </p:cNvSpPr>
          <p:nvPr>
            <p:ph type="sldNum" sz="quarter" idx="11"/>
          </p:nvPr>
        </p:nvSpPr>
        <p:spPr/>
        <p:txBody>
          <a:bodyPr/>
          <a:lstStyle/>
          <a:p>
            <a:fld id="{F5342A4C-1D06-4798-B51F-D5804CA03D28}" type="slidenum">
              <a:rPr lang="en-ID" smtClean="0"/>
              <a:pPr/>
              <a:t>12</a:t>
            </a:fld>
            <a:endParaRPr lang="en-ID" dirty="0"/>
          </a:p>
        </p:txBody>
      </p:sp>
      <p:pic>
        <p:nvPicPr>
          <p:cNvPr id="18" name="Picture 17">
            <a:extLst>
              <a:ext uri="{FF2B5EF4-FFF2-40B4-BE49-F238E27FC236}">
                <a16:creationId xmlns:a16="http://schemas.microsoft.com/office/drawing/2014/main" id="{2D5140B0-1731-5D37-FF2E-34304213828F}"/>
              </a:ext>
            </a:extLst>
          </p:cNvPr>
          <p:cNvPicPr>
            <a:picLocks noChangeAspect="1"/>
          </p:cNvPicPr>
          <p:nvPr/>
        </p:nvPicPr>
        <p:blipFill>
          <a:blip r:embed="rId3"/>
          <a:stretch>
            <a:fillRect/>
          </a:stretch>
        </p:blipFill>
        <p:spPr>
          <a:xfrm>
            <a:off x="890337" y="2274910"/>
            <a:ext cx="7633387" cy="3417756"/>
          </a:xfrm>
          <a:prstGeom prst="rect">
            <a:avLst/>
          </a:prstGeom>
        </p:spPr>
      </p:pic>
      <p:sp>
        <p:nvSpPr>
          <p:cNvPr id="11" name="TextBox 10">
            <a:extLst>
              <a:ext uri="{FF2B5EF4-FFF2-40B4-BE49-F238E27FC236}">
                <a16:creationId xmlns:a16="http://schemas.microsoft.com/office/drawing/2014/main" id="{23D6C6FB-9D10-7A5C-BDC9-D45639C01E4A}"/>
              </a:ext>
            </a:extLst>
          </p:cNvPr>
          <p:cNvSpPr txBox="1"/>
          <p:nvPr/>
        </p:nvSpPr>
        <p:spPr>
          <a:xfrm>
            <a:off x="1014864" y="1313600"/>
            <a:ext cx="2985267" cy="646331"/>
          </a:xfrm>
          <a:prstGeom prst="rect">
            <a:avLst/>
          </a:prstGeom>
          <a:noFill/>
        </p:spPr>
        <p:txBody>
          <a:bodyPr wrap="square" rtlCol="0">
            <a:spAutoFit/>
          </a:bodyPr>
          <a:lstStyle/>
          <a:p>
            <a:r>
              <a:rPr lang="en-US" dirty="0"/>
              <a:t>Create and assign an issue to your </a:t>
            </a:r>
            <a:r>
              <a:rPr lang="en-US" sz="1800" dirty="0"/>
              <a:t>Contributor</a:t>
            </a:r>
            <a:endParaRPr lang="en-US" dirty="0"/>
          </a:p>
        </p:txBody>
      </p:sp>
    </p:spTree>
    <p:extLst>
      <p:ext uri="{BB962C8B-B14F-4D97-AF65-F5344CB8AC3E}">
        <p14:creationId xmlns:p14="http://schemas.microsoft.com/office/powerpoint/2010/main" val="2631349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DC8CE-DB76-D42A-ED46-90960B2CA99A}"/>
            </a:ext>
          </a:extLst>
        </p:cNvPr>
        <p:cNvGrpSpPr/>
        <p:nvPr/>
      </p:nvGrpSpPr>
      <p:grpSpPr>
        <a:xfrm>
          <a:off x="0" y="0"/>
          <a:ext cx="0" cy="0"/>
          <a:chOff x="0" y="0"/>
          <a:chExt cx="0" cy="0"/>
        </a:xfrm>
      </p:grpSpPr>
      <p:sp>
        <p:nvSpPr>
          <p:cNvPr id="9" name="Graphic 7" descr="Cloud with solid fill">
            <a:extLst>
              <a:ext uri="{FF2B5EF4-FFF2-40B4-BE49-F238E27FC236}">
                <a16:creationId xmlns:a16="http://schemas.microsoft.com/office/drawing/2014/main" id="{32E6B919-0A7F-EE05-6F33-2A4C9B836D7A}"/>
              </a:ext>
            </a:extLst>
          </p:cNvPr>
          <p:cNvSpPr/>
          <p:nvPr/>
        </p:nvSpPr>
        <p:spPr>
          <a:xfrm>
            <a:off x="1352282" y="1058325"/>
            <a:ext cx="10122793" cy="2099681"/>
          </a:xfrm>
          <a:custGeom>
            <a:avLst/>
            <a:gdLst>
              <a:gd name="connsiteX0" fmla="*/ 3167159 w 3687865"/>
              <a:gd name="connsiteY0" fmla="*/ 1045142 h 2099681"/>
              <a:gd name="connsiteX1" fmla="*/ 3123402 w 3687865"/>
              <a:gd name="connsiteY1" fmla="*/ 1045142 h 2099681"/>
              <a:gd name="connsiteX2" fmla="*/ 3123402 w 3687865"/>
              <a:gd name="connsiteY2" fmla="*/ 1045142 h 2099681"/>
              <a:gd name="connsiteX3" fmla="*/ 2847734 w 3687865"/>
              <a:gd name="connsiteY3" fmla="*/ 511308 h 2099681"/>
              <a:gd name="connsiteX4" fmla="*/ 2248265 w 3687865"/>
              <a:gd name="connsiteY4" fmla="*/ 428170 h 2099681"/>
              <a:gd name="connsiteX5" fmla="*/ 1364376 w 3687865"/>
              <a:gd name="connsiteY5" fmla="*/ 21231 h 2099681"/>
              <a:gd name="connsiteX6" fmla="*/ 760531 w 3687865"/>
              <a:gd name="connsiteY6" fmla="*/ 782600 h 2099681"/>
              <a:gd name="connsiteX7" fmla="*/ 760531 w 3687865"/>
              <a:gd name="connsiteY7" fmla="*/ 791352 h 2099681"/>
              <a:gd name="connsiteX8" fmla="*/ 130432 w 3687865"/>
              <a:gd name="connsiteY8" fmla="*/ 1045142 h 2099681"/>
              <a:gd name="connsiteX9" fmla="*/ 60421 w 3687865"/>
              <a:gd name="connsiteY9" fmla="*/ 1718997 h 2099681"/>
              <a:gd name="connsiteX10" fmla="*/ 624885 w 3687865"/>
              <a:gd name="connsiteY10" fmla="*/ 2095306 h 2099681"/>
              <a:gd name="connsiteX11" fmla="*/ 624885 w 3687865"/>
              <a:gd name="connsiteY11" fmla="*/ 2099682 h 2099681"/>
              <a:gd name="connsiteX12" fmla="*/ 3162783 w 3687865"/>
              <a:gd name="connsiteY12" fmla="*/ 2099682 h 2099681"/>
              <a:gd name="connsiteX13" fmla="*/ 3687865 w 3687865"/>
              <a:gd name="connsiteY13" fmla="*/ 1574600 h 2099681"/>
              <a:gd name="connsiteX14" fmla="*/ 3167159 w 3687865"/>
              <a:gd name="connsiteY14" fmla="*/ 1045142 h 209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7865" h="2099681">
                <a:moveTo>
                  <a:pt x="3167159" y="1045142"/>
                </a:moveTo>
                <a:cubicBezTo>
                  <a:pt x="3154032" y="1045142"/>
                  <a:pt x="3136529" y="1045142"/>
                  <a:pt x="3123402" y="1045142"/>
                </a:cubicBezTo>
                <a:cubicBezTo>
                  <a:pt x="3123402" y="1045142"/>
                  <a:pt x="3123402" y="1045142"/>
                  <a:pt x="3123402" y="1045142"/>
                </a:cubicBezTo>
                <a:cubicBezTo>
                  <a:pt x="3123402" y="830733"/>
                  <a:pt x="3018385" y="633827"/>
                  <a:pt x="2847734" y="511308"/>
                </a:cubicBezTo>
                <a:cubicBezTo>
                  <a:pt x="2672706" y="388789"/>
                  <a:pt x="2449546" y="358159"/>
                  <a:pt x="2248265" y="428170"/>
                </a:cubicBezTo>
                <a:cubicBezTo>
                  <a:pt x="2081988" y="104369"/>
                  <a:pt x="1714431" y="-61907"/>
                  <a:pt x="1364376" y="21231"/>
                </a:cubicBezTo>
                <a:cubicBezTo>
                  <a:pt x="1014321" y="104369"/>
                  <a:pt x="760531" y="419418"/>
                  <a:pt x="760531" y="782600"/>
                </a:cubicBezTo>
                <a:cubicBezTo>
                  <a:pt x="760531" y="782600"/>
                  <a:pt x="760531" y="786976"/>
                  <a:pt x="760531" y="791352"/>
                </a:cubicBezTo>
                <a:cubicBezTo>
                  <a:pt x="519868" y="751971"/>
                  <a:pt x="279205" y="852611"/>
                  <a:pt x="130432" y="1045142"/>
                </a:cubicBezTo>
                <a:cubicBezTo>
                  <a:pt x="-13966" y="1242047"/>
                  <a:pt x="-40220" y="1500213"/>
                  <a:pt x="60421" y="1718997"/>
                </a:cubicBezTo>
                <a:cubicBezTo>
                  <a:pt x="165438" y="1937782"/>
                  <a:pt x="384222" y="2082179"/>
                  <a:pt x="624885" y="2095306"/>
                </a:cubicBezTo>
                <a:lnTo>
                  <a:pt x="624885" y="2099682"/>
                </a:lnTo>
                <a:lnTo>
                  <a:pt x="3162783" y="2099682"/>
                </a:lnTo>
                <a:cubicBezTo>
                  <a:pt x="3451578" y="2099682"/>
                  <a:pt x="3687865" y="1863395"/>
                  <a:pt x="3687865" y="1574600"/>
                </a:cubicBezTo>
                <a:cubicBezTo>
                  <a:pt x="3687865" y="1285804"/>
                  <a:pt x="3455954" y="1045142"/>
                  <a:pt x="3167159" y="1045142"/>
                </a:cubicBezTo>
                <a:close/>
              </a:path>
            </a:pathLst>
          </a:custGeom>
          <a:solidFill>
            <a:srgbClr val="00B0F0"/>
          </a:solidFill>
          <a:ln w="43755" cap="flat">
            <a:noFill/>
            <a:prstDash val="solid"/>
            <a:miter/>
          </a:ln>
        </p:spPr>
        <p:txBody>
          <a:bodyPr rtlCol="0" anchor="ctr"/>
          <a:lstStyle/>
          <a:p>
            <a:endParaRPr lang="en-US"/>
          </a:p>
        </p:txBody>
      </p:sp>
      <p:sp>
        <p:nvSpPr>
          <p:cNvPr id="2" name="Slide Number Placeholder 1">
            <a:extLst>
              <a:ext uri="{FF2B5EF4-FFF2-40B4-BE49-F238E27FC236}">
                <a16:creationId xmlns:a16="http://schemas.microsoft.com/office/drawing/2014/main" id="{9A173D64-9CB1-9713-E306-B8F1E757580C}"/>
              </a:ext>
            </a:extLst>
          </p:cNvPr>
          <p:cNvSpPr>
            <a:spLocks noGrp="1"/>
          </p:cNvSpPr>
          <p:nvPr>
            <p:ph type="sldNum" sz="quarter" idx="10"/>
          </p:nvPr>
        </p:nvSpPr>
        <p:spPr/>
        <p:txBody>
          <a:bodyPr/>
          <a:lstStyle/>
          <a:p>
            <a:fld id="{F5342A4C-1D06-4798-B51F-D5804CA03D28}" type="slidenum">
              <a:rPr lang="en-ID" smtClean="0"/>
              <a:pPr/>
              <a:t>13</a:t>
            </a:fld>
            <a:endParaRPr lang="en-ID" dirty="0"/>
          </a:p>
        </p:txBody>
      </p:sp>
      <p:sp>
        <p:nvSpPr>
          <p:cNvPr id="3" name="Footer Placeholder 2">
            <a:extLst>
              <a:ext uri="{FF2B5EF4-FFF2-40B4-BE49-F238E27FC236}">
                <a16:creationId xmlns:a16="http://schemas.microsoft.com/office/drawing/2014/main" id="{6A043129-489A-81A8-0AB9-969029776D58}"/>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CD40DEB8-32DB-942B-5637-3E06E83F6E23}"/>
              </a:ext>
            </a:extLst>
          </p:cNvPr>
          <p:cNvSpPr>
            <a:spLocks noGrp="1"/>
          </p:cNvSpPr>
          <p:nvPr>
            <p:ph type="title"/>
          </p:nvPr>
        </p:nvSpPr>
        <p:spPr/>
        <p:txBody>
          <a:bodyPr>
            <a:normAutofit fontScale="90000"/>
          </a:bodyPr>
          <a:lstStyle/>
          <a:p>
            <a:r>
              <a:rPr lang="en-US" dirty="0"/>
              <a:t>Join to the project </a:t>
            </a:r>
            <a:r>
              <a:rPr lang="en-US" sz="4400" dirty="0"/>
              <a:t>&lt; Contributor &gt; </a:t>
            </a:r>
            <a:endParaRPr lang="en-US" dirty="0"/>
          </a:p>
        </p:txBody>
      </p:sp>
      <p:pic>
        <p:nvPicPr>
          <p:cNvPr id="11" name="Picture 10">
            <a:extLst>
              <a:ext uri="{FF2B5EF4-FFF2-40B4-BE49-F238E27FC236}">
                <a16:creationId xmlns:a16="http://schemas.microsoft.com/office/drawing/2014/main" id="{8C343CC3-6475-6213-AC9D-352C5D481FD6}"/>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493780" y="863724"/>
            <a:ext cx="1388153" cy="1388153"/>
          </a:xfrm>
          <a:prstGeom prst="rect">
            <a:avLst/>
          </a:prstGeom>
        </p:spPr>
      </p:pic>
      <p:sp>
        <p:nvSpPr>
          <p:cNvPr id="13" name="TextBox 12">
            <a:extLst>
              <a:ext uri="{FF2B5EF4-FFF2-40B4-BE49-F238E27FC236}">
                <a16:creationId xmlns:a16="http://schemas.microsoft.com/office/drawing/2014/main" id="{18AEDCE1-9A6F-C5D9-FADF-DDDCEA5F9AAB}"/>
              </a:ext>
            </a:extLst>
          </p:cNvPr>
          <p:cNvSpPr txBox="1"/>
          <p:nvPr/>
        </p:nvSpPr>
        <p:spPr>
          <a:xfrm>
            <a:off x="2005824" y="2099427"/>
            <a:ext cx="8815708" cy="461665"/>
          </a:xfrm>
          <a:prstGeom prst="rect">
            <a:avLst/>
          </a:prstGeom>
          <a:noFill/>
        </p:spPr>
        <p:txBody>
          <a:bodyPr wrap="square">
            <a:spAutoFit/>
          </a:bodyPr>
          <a:lstStyle/>
          <a:p>
            <a:r>
              <a:rPr lang="en-US" sz="2400" dirty="0"/>
              <a:t>Receives invitation to the company or project</a:t>
            </a:r>
          </a:p>
        </p:txBody>
      </p:sp>
      <p:pic>
        <p:nvPicPr>
          <p:cNvPr id="7" name="Picture 6">
            <a:extLst>
              <a:ext uri="{FF2B5EF4-FFF2-40B4-BE49-F238E27FC236}">
                <a16:creationId xmlns:a16="http://schemas.microsoft.com/office/drawing/2014/main" id="{A94BD927-291E-8073-D563-B9D40DCE6887}"/>
              </a:ext>
            </a:extLst>
          </p:cNvPr>
          <p:cNvPicPr>
            <a:picLocks noChangeAspect="1"/>
          </p:cNvPicPr>
          <p:nvPr/>
        </p:nvPicPr>
        <p:blipFill>
          <a:blip r:embed="rId5"/>
          <a:stretch>
            <a:fillRect/>
          </a:stretch>
        </p:blipFill>
        <p:spPr>
          <a:xfrm>
            <a:off x="3694996" y="2561093"/>
            <a:ext cx="4985720" cy="2849825"/>
          </a:xfrm>
          <a:prstGeom prst="rect">
            <a:avLst/>
          </a:prstGeom>
        </p:spPr>
      </p:pic>
      <p:pic>
        <p:nvPicPr>
          <p:cNvPr id="10" name="Picture 9">
            <a:extLst>
              <a:ext uri="{FF2B5EF4-FFF2-40B4-BE49-F238E27FC236}">
                <a16:creationId xmlns:a16="http://schemas.microsoft.com/office/drawing/2014/main" id="{06A655A1-2569-B818-B202-B8D44AC637E9}"/>
              </a:ext>
            </a:extLst>
          </p:cNvPr>
          <p:cNvPicPr>
            <a:picLocks noChangeAspect="1"/>
          </p:cNvPicPr>
          <p:nvPr/>
        </p:nvPicPr>
        <p:blipFill>
          <a:blip r:embed="rId6"/>
          <a:stretch>
            <a:fillRect/>
          </a:stretch>
        </p:blipFill>
        <p:spPr>
          <a:xfrm>
            <a:off x="3677122" y="5543444"/>
            <a:ext cx="7772400" cy="861146"/>
          </a:xfrm>
          <a:prstGeom prst="rect">
            <a:avLst/>
          </a:prstGeom>
        </p:spPr>
      </p:pic>
      <p:sp>
        <p:nvSpPr>
          <p:cNvPr id="6" name="TextBox 5">
            <a:extLst>
              <a:ext uri="{FF2B5EF4-FFF2-40B4-BE49-F238E27FC236}">
                <a16:creationId xmlns:a16="http://schemas.microsoft.com/office/drawing/2014/main" id="{50A13D41-587F-824F-8F7A-D7D6833EB70C}"/>
              </a:ext>
            </a:extLst>
          </p:cNvPr>
          <p:cNvSpPr txBox="1"/>
          <p:nvPr/>
        </p:nvSpPr>
        <p:spPr>
          <a:xfrm>
            <a:off x="900637" y="3565138"/>
            <a:ext cx="2794359" cy="2862322"/>
          </a:xfrm>
          <a:prstGeom prst="rect">
            <a:avLst/>
          </a:prstGeom>
          <a:noFill/>
        </p:spPr>
        <p:txBody>
          <a:bodyPr wrap="square">
            <a:spAutoFit/>
          </a:bodyPr>
          <a:lstStyle/>
          <a:p>
            <a:r>
              <a:rPr lang="en-US" dirty="0"/>
              <a:t>Either</a:t>
            </a:r>
          </a:p>
          <a:p>
            <a:r>
              <a:rPr lang="en-US" dirty="0"/>
              <a:t>Find the invitation in your email, view the invitation, and accept the invitation.</a:t>
            </a:r>
          </a:p>
          <a:p>
            <a:r>
              <a:rPr lang="en-US" dirty="0"/>
              <a:t>Or</a:t>
            </a:r>
          </a:p>
          <a:p>
            <a:r>
              <a:rPr lang="en-US" dirty="0"/>
              <a:t>Navigate to the team's organization, view the invitation, and accept the invitation.</a:t>
            </a:r>
          </a:p>
        </p:txBody>
      </p:sp>
    </p:spTree>
    <p:extLst>
      <p:ext uri="{BB962C8B-B14F-4D97-AF65-F5344CB8AC3E}">
        <p14:creationId xmlns:p14="http://schemas.microsoft.com/office/powerpoint/2010/main" val="2992344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raphic 7" descr="Cloud with solid fill">
            <a:extLst>
              <a:ext uri="{FF2B5EF4-FFF2-40B4-BE49-F238E27FC236}">
                <a16:creationId xmlns:a16="http://schemas.microsoft.com/office/drawing/2014/main" id="{6B5C8F77-50BC-1587-C012-53761C6BB069}"/>
              </a:ext>
            </a:extLst>
          </p:cNvPr>
          <p:cNvSpPr/>
          <p:nvPr/>
        </p:nvSpPr>
        <p:spPr>
          <a:xfrm>
            <a:off x="1352282" y="1058325"/>
            <a:ext cx="10122793" cy="2099681"/>
          </a:xfrm>
          <a:custGeom>
            <a:avLst/>
            <a:gdLst>
              <a:gd name="connsiteX0" fmla="*/ 3167159 w 3687865"/>
              <a:gd name="connsiteY0" fmla="*/ 1045142 h 2099681"/>
              <a:gd name="connsiteX1" fmla="*/ 3123402 w 3687865"/>
              <a:gd name="connsiteY1" fmla="*/ 1045142 h 2099681"/>
              <a:gd name="connsiteX2" fmla="*/ 3123402 w 3687865"/>
              <a:gd name="connsiteY2" fmla="*/ 1045142 h 2099681"/>
              <a:gd name="connsiteX3" fmla="*/ 2847734 w 3687865"/>
              <a:gd name="connsiteY3" fmla="*/ 511308 h 2099681"/>
              <a:gd name="connsiteX4" fmla="*/ 2248265 w 3687865"/>
              <a:gd name="connsiteY4" fmla="*/ 428170 h 2099681"/>
              <a:gd name="connsiteX5" fmla="*/ 1364376 w 3687865"/>
              <a:gd name="connsiteY5" fmla="*/ 21231 h 2099681"/>
              <a:gd name="connsiteX6" fmla="*/ 760531 w 3687865"/>
              <a:gd name="connsiteY6" fmla="*/ 782600 h 2099681"/>
              <a:gd name="connsiteX7" fmla="*/ 760531 w 3687865"/>
              <a:gd name="connsiteY7" fmla="*/ 791352 h 2099681"/>
              <a:gd name="connsiteX8" fmla="*/ 130432 w 3687865"/>
              <a:gd name="connsiteY8" fmla="*/ 1045142 h 2099681"/>
              <a:gd name="connsiteX9" fmla="*/ 60421 w 3687865"/>
              <a:gd name="connsiteY9" fmla="*/ 1718997 h 2099681"/>
              <a:gd name="connsiteX10" fmla="*/ 624885 w 3687865"/>
              <a:gd name="connsiteY10" fmla="*/ 2095306 h 2099681"/>
              <a:gd name="connsiteX11" fmla="*/ 624885 w 3687865"/>
              <a:gd name="connsiteY11" fmla="*/ 2099682 h 2099681"/>
              <a:gd name="connsiteX12" fmla="*/ 3162783 w 3687865"/>
              <a:gd name="connsiteY12" fmla="*/ 2099682 h 2099681"/>
              <a:gd name="connsiteX13" fmla="*/ 3687865 w 3687865"/>
              <a:gd name="connsiteY13" fmla="*/ 1574600 h 2099681"/>
              <a:gd name="connsiteX14" fmla="*/ 3167159 w 3687865"/>
              <a:gd name="connsiteY14" fmla="*/ 1045142 h 209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7865" h="2099681">
                <a:moveTo>
                  <a:pt x="3167159" y="1045142"/>
                </a:moveTo>
                <a:cubicBezTo>
                  <a:pt x="3154032" y="1045142"/>
                  <a:pt x="3136529" y="1045142"/>
                  <a:pt x="3123402" y="1045142"/>
                </a:cubicBezTo>
                <a:cubicBezTo>
                  <a:pt x="3123402" y="1045142"/>
                  <a:pt x="3123402" y="1045142"/>
                  <a:pt x="3123402" y="1045142"/>
                </a:cubicBezTo>
                <a:cubicBezTo>
                  <a:pt x="3123402" y="830733"/>
                  <a:pt x="3018385" y="633827"/>
                  <a:pt x="2847734" y="511308"/>
                </a:cubicBezTo>
                <a:cubicBezTo>
                  <a:pt x="2672706" y="388789"/>
                  <a:pt x="2449546" y="358159"/>
                  <a:pt x="2248265" y="428170"/>
                </a:cubicBezTo>
                <a:cubicBezTo>
                  <a:pt x="2081988" y="104369"/>
                  <a:pt x="1714431" y="-61907"/>
                  <a:pt x="1364376" y="21231"/>
                </a:cubicBezTo>
                <a:cubicBezTo>
                  <a:pt x="1014321" y="104369"/>
                  <a:pt x="760531" y="419418"/>
                  <a:pt x="760531" y="782600"/>
                </a:cubicBezTo>
                <a:cubicBezTo>
                  <a:pt x="760531" y="782600"/>
                  <a:pt x="760531" y="786976"/>
                  <a:pt x="760531" y="791352"/>
                </a:cubicBezTo>
                <a:cubicBezTo>
                  <a:pt x="519868" y="751971"/>
                  <a:pt x="279205" y="852611"/>
                  <a:pt x="130432" y="1045142"/>
                </a:cubicBezTo>
                <a:cubicBezTo>
                  <a:pt x="-13966" y="1242047"/>
                  <a:pt x="-40220" y="1500213"/>
                  <a:pt x="60421" y="1718997"/>
                </a:cubicBezTo>
                <a:cubicBezTo>
                  <a:pt x="165438" y="1937782"/>
                  <a:pt x="384222" y="2082179"/>
                  <a:pt x="624885" y="2095306"/>
                </a:cubicBezTo>
                <a:lnTo>
                  <a:pt x="624885" y="2099682"/>
                </a:lnTo>
                <a:lnTo>
                  <a:pt x="3162783" y="2099682"/>
                </a:lnTo>
                <a:cubicBezTo>
                  <a:pt x="3451578" y="2099682"/>
                  <a:pt x="3687865" y="1863395"/>
                  <a:pt x="3687865" y="1574600"/>
                </a:cubicBezTo>
                <a:cubicBezTo>
                  <a:pt x="3687865" y="1285804"/>
                  <a:pt x="3455954" y="1045142"/>
                  <a:pt x="3167159" y="1045142"/>
                </a:cubicBezTo>
                <a:close/>
              </a:path>
            </a:pathLst>
          </a:custGeom>
          <a:solidFill>
            <a:srgbClr val="00B0F0"/>
          </a:solidFill>
          <a:ln w="43755" cap="flat">
            <a:noFill/>
            <a:prstDash val="solid"/>
            <a:miter/>
          </a:ln>
        </p:spPr>
        <p:txBody>
          <a:bodyPr rtlCol="0" anchor="ctr"/>
          <a:lstStyle/>
          <a:p>
            <a:endParaRPr lang="en-US"/>
          </a:p>
        </p:txBody>
      </p:sp>
      <p:sp>
        <p:nvSpPr>
          <p:cNvPr id="2" name="Slide Number Placeholder 1">
            <a:extLst>
              <a:ext uri="{FF2B5EF4-FFF2-40B4-BE49-F238E27FC236}">
                <a16:creationId xmlns:a16="http://schemas.microsoft.com/office/drawing/2014/main" id="{7631F239-9879-CE23-BDFB-15FEEE07B879}"/>
              </a:ext>
            </a:extLst>
          </p:cNvPr>
          <p:cNvSpPr>
            <a:spLocks noGrp="1"/>
          </p:cNvSpPr>
          <p:nvPr>
            <p:ph type="sldNum" sz="quarter" idx="10"/>
          </p:nvPr>
        </p:nvSpPr>
        <p:spPr/>
        <p:txBody>
          <a:bodyPr/>
          <a:lstStyle/>
          <a:p>
            <a:fld id="{F5342A4C-1D06-4798-B51F-D5804CA03D28}" type="slidenum">
              <a:rPr lang="en-ID" smtClean="0"/>
              <a:pPr/>
              <a:t>14</a:t>
            </a:fld>
            <a:endParaRPr lang="en-ID" dirty="0"/>
          </a:p>
        </p:txBody>
      </p:sp>
      <p:sp>
        <p:nvSpPr>
          <p:cNvPr id="3" name="Footer Placeholder 2">
            <a:extLst>
              <a:ext uri="{FF2B5EF4-FFF2-40B4-BE49-F238E27FC236}">
                <a16:creationId xmlns:a16="http://schemas.microsoft.com/office/drawing/2014/main" id="{6518D3DE-8B6F-727C-47D3-D56CD21CC3E3}"/>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37F9A8C9-83BE-5609-0B0F-FAAF049AA163}"/>
              </a:ext>
            </a:extLst>
          </p:cNvPr>
          <p:cNvSpPr>
            <a:spLocks noGrp="1"/>
          </p:cNvSpPr>
          <p:nvPr>
            <p:ph type="title"/>
          </p:nvPr>
        </p:nvSpPr>
        <p:spPr/>
        <p:txBody>
          <a:bodyPr/>
          <a:lstStyle/>
          <a:p>
            <a:r>
              <a:rPr lang="en-US" dirty="0"/>
              <a:t>Project tracker</a:t>
            </a:r>
          </a:p>
        </p:txBody>
      </p:sp>
      <p:pic>
        <p:nvPicPr>
          <p:cNvPr id="11" name="Picture 10">
            <a:extLst>
              <a:ext uri="{FF2B5EF4-FFF2-40B4-BE49-F238E27FC236}">
                <a16:creationId xmlns:a16="http://schemas.microsoft.com/office/drawing/2014/main" id="{484B455A-946F-3B89-92A7-0E4CEA4AE2B6}"/>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521210" y="1165413"/>
            <a:ext cx="1388153" cy="1388153"/>
          </a:xfrm>
          <a:prstGeom prst="rect">
            <a:avLst/>
          </a:prstGeom>
        </p:spPr>
      </p:pic>
      <p:sp>
        <p:nvSpPr>
          <p:cNvPr id="6" name="TextBox 5">
            <a:extLst>
              <a:ext uri="{FF2B5EF4-FFF2-40B4-BE49-F238E27FC236}">
                <a16:creationId xmlns:a16="http://schemas.microsoft.com/office/drawing/2014/main" id="{720AF1F0-6951-31BA-5933-43E68BBD97A1}"/>
              </a:ext>
            </a:extLst>
          </p:cNvPr>
          <p:cNvSpPr txBox="1"/>
          <p:nvPr/>
        </p:nvSpPr>
        <p:spPr>
          <a:xfrm>
            <a:off x="2220685" y="3663622"/>
            <a:ext cx="1451359" cy="369332"/>
          </a:xfrm>
          <a:prstGeom prst="rect">
            <a:avLst/>
          </a:prstGeom>
          <a:noFill/>
        </p:spPr>
        <p:txBody>
          <a:bodyPr wrap="none" rtlCol="0">
            <a:spAutoFit/>
          </a:bodyPr>
          <a:lstStyle/>
          <a:p>
            <a:r>
              <a:rPr lang="en-US" dirty="0"/>
              <a:t>Branch/TAG</a:t>
            </a:r>
          </a:p>
        </p:txBody>
      </p:sp>
      <p:sp>
        <p:nvSpPr>
          <p:cNvPr id="7" name="TextBox 6">
            <a:extLst>
              <a:ext uri="{FF2B5EF4-FFF2-40B4-BE49-F238E27FC236}">
                <a16:creationId xmlns:a16="http://schemas.microsoft.com/office/drawing/2014/main" id="{7FC34190-BD69-AA21-8F58-2280B1615061}"/>
              </a:ext>
            </a:extLst>
          </p:cNvPr>
          <p:cNvSpPr txBox="1"/>
          <p:nvPr/>
        </p:nvSpPr>
        <p:spPr>
          <a:xfrm>
            <a:off x="4570309" y="3672952"/>
            <a:ext cx="950901" cy="369332"/>
          </a:xfrm>
          <a:prstGeom prst="rect">
            <a:avLst/>
          </a:prstGeom>
          <a:noFill/>
        </p:spPr>
        <p:txBody>
          <a:bodyPr wrap="none" rtlCol="0">
            <a:spAutoFit/>
          </a:bodyPr>
          <a:lstStyle/>
          <a:p>
            <a:r>
              <a:rPr lang="en-US" dirty="0"/>
              <a:t>GRAPH</a:t>
            </a:r>
          </a:p>
        </p:txBody>
      </p:sp>
      <p:sp>
        <p:nvSpPr>
          <p:cNvPr id="8" name="TextBox 7">
            <a:extLst>
              <a:ext uri="{FF2B5EF4-FFF2-40B4-BE49-F238E27FC236}">
                <a16:creationId xmlns:a16="http://schemas.microsoft.com/office/drawing/2014/main" id="{EA9C4297-5D19-8675-7F8B-7319B4B57346}"/>
              </a:ext>
            </a:extLst>
          </p:cNvPr>
          <p:cNvSpPr txBox="1"/>
          <p:nvPr/>
        </p:nvSpPr>
        <p:spPr>
          <a:xfrm>
            <a:off x="6799680" y="3663622"/>
            <a:ext cx="1114601" cy="369332"/>
          </a:xfrm>
          <a:prstGeom prst="rect">
            <a:avLst/>
          </a:prstGeom>
          <a:noFill/>
        </p:spPr>
        <p:txBody>
          <a:bodyPr wrap="none" rtlCol="0">
            <a:spAutoFit/>
          </a:bodyPr>
          <a:lstStyle/>
          <a:p>
            <a:r>
              <a:rPr lang="en-US" dirty="0"/>
              <a:t>COMMIT</a:t>
            </a:r>
          </a:p>
        </p:txBody>
      </p:sp>
      <p:sp>
        <p:nvSpPr>
          <p:cNvPr id="10" name="TextBox 9">
            <a:extLst>
              <a:ext uri="{FF2B5EF4-FFF2-40B4-BE49-F238E27FC236}">
                <a16:creationId xmlns:a16="http://schemas.microsoft.com/office/drawing/2014/main" id="{B9B3FC06-925B-AC99-4C89-16601C6414EA}"/>
              </a:ext>
            </a:extLst>
          </p:cNvPr>
          <p:cNvSpPr txBox="1"/>
          <p:nvPr/>
        </p:nvSpPr>
        <p:spPr>
          <a:xfrm>
            <a:off x="9451910" y="3660313"/>
            <a:ext cx="750526" cy="369332"/>
          </a:xfrm>
          <a:prstGeom prst="rect">
            <a:avLst/>
          </a:prstGeom>
          <a:noFill/>
        </p:spPr>
        <p:txBody>
          <a:bodyPr wrap="none" rtlCol="0">
            <a:spAutoFit/>
          </a:bodyPr>
          <a:lstStyle/>
          <a:p>
            <a:r>
              <a:rPr lang="en-US" dirty="0"/>
              <a:t>USER</a:t>
            </a:r>
          </a:p>
        </p:txBody>
      </p:sp>
      <p:sp>
        <p:nvSpPr>
          <p:cNvPr id="12" name="TextBox 11">
            <a:extLst>
              <a:ext uri="{FF2B5EF4-FFF2-40B4-BE49-F238E27FC236}">
                <a16:creationId xmlns:a16="http://schemas.microsoft.com/office/drawing/2014/main" id="{C8A6407F-9997-4D52-C5C5-0BA2BBA56BB4}"/>
              </a:ext>
            </a:extLst>
          </p:cNvPr>
          <p:cNvSpPr txBox="1"/>
          <p:nvPr/>
        </p:nvSpPr>
        <p:spPr>
          <a:xfrm>
            <a:off x="2163938" y="4301412"/>
            <a:ext cx="1564852" cy="369332"/>
          </a:xfrm>
          <a:prstGeom prst="rect">
            <a:avLst/>
          </a:prstGeom>
          <a:noFill/>
        </p:spPr>
        <p:txBody>
          <a:bodyPr wrap="none" rtlCol="0">
            <a:spAutoFit/>
          </a:bodyPr>
          <a:lstStyle/>
          <a:p>
            <a:r>
              <a:rPr lang="en-US" dirty="0"/>
              <a:t>Main/master</a:t>
            </a:r>
          </a:p>
        </p:txBody>
      </p:sp>
      <p:sp>
        <p:nvSpPr>
          <p:cNvPr id="14" name="Oval 13">
            <a:extLst>
              <a:ext uri="{FF2B5EF4-FFF2-40B4-BE49-F238E27FC236}">
                <a16:creationId xmlns:a16="http://schemas.microsoft.com/office/drawing/2014/main" id="{4915150E-A4C0-1C35-EF5B-F6DF769726FE}"/>
              </a:ext>
            </a:extLst>
          </p:cNvPr>
          <p:cNvSpPr/>
          <p:nvPr/>
        </p:nvSpPr>
        <p:spPr>
          <a:xfrm>
            <a:off x="4821824" y="4306851"/>
            <a:ext cx="447870" cy="461093"/>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5" name="Oval 14">
            <a:extLst>
              <a:ext uri="{FF2B5EF4-FFF2-40B4-BE49-F238E27FC236}">
                <a16:creationId xmlns:a16="http://schemas.microsoft.com/office/drawing/2014/main" id="{606F1A15-B275-E724-029A-21EA5530A471}"/>
              </a:ext>
            </a:extLst>
          </p:cNvPr>
          <p:cNvSpPr/>
          <p:nvPr/>
        </p:nvSpPr>
        <p:spPr>
          <a:xfrm>
            <a:off x="4971737" y="5271726"/>
            <a:ext cx="146173" cy="160083"/>
          </a:xfrm>
          <a:prstGeom prst="ellipse">
            <a:avLst/>
          </a:prstGeom>
          <a:solidFill>
            <a:schemeClr val="tx1"/>
          </a:solid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96D26F70-2C0B-A028-76EF-F57D0C9033BE}"/>
              </a:ext>
            </a:extLst>
          </p:cNvPr>
          <p:cNvCxnSpPr>
            <a:cxnSpLocks/>
            <a:stCxn id="15" idx="0"/>
            <a:endCxn id="14" idx="4"/>
          </p:cNvCxnSpPr>
          <p:nvPr/>
        </p:nvCxnSpPr>
        <p:spPr>
          <a:xfrm flipV="1">
            <a:off x="5044824" y="4767944"/>
            <a:ext cx="935" cy="50378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26D31BD-E6F0-465C-AFCB-1FD091925A8B}"/>
              </a:ext>
            </a:extLst>
          </p:cNvPr>
          <p:cNvSpPr txBox="1"/>
          <p:nvPr/>
        </p:nvSpPr>
        <p:spPr>
          <a:xfrm>
            <a:off x="6215286" y="4301412"/>
            <a:ext cx="2643672" cy="369332"/>
          </a:xfrm>
          <a:prstGeom prst="rect">
            <a:avLst/>
          </a:prstGeom>
          <a:noFill/>
        </p:spPr>
        <p:txBody>
          <a:bodyPr wrap="none" rtlCol="0">
            <a:spAutoFit/>
          </a:bodyPr>
          <a:lstStyle/>
          <a:p>
            <a:r>
              <a:rPr lang="en-US" dirty="0"/>
              <a:t>Update on file Readme</a:t>
            </a:r>
          </a:p>
        </p:txBody>
      </p:sp>
      <p:sp>
        <p:nvSpPr>
          <p:cNvPr id="19" name="TextBox 18">
            <a:extLst>
              <a:ext uri="{FF2B5EF4-FFF2-40B4-BE49-F238E27FC236}">
                <a16:creationId xmlns:a16="http://schemas.microsoft.com/office/drawing/2014/main" id="{3F3E1303-423D-9B4B-26FA-DCC8F78407EC}"/>
              </a:ext>
            </a:extLst>
          </p:cNvPr>
          <p:cNvSpPr txBox="1"/>
          <p:nvPr/>
        </p:nvSpPr>
        <p:spPr>
          <a:xfrm>
            <a:off x="9278886" y="4301412"/>
            <a:ext cx="1353256" cy="369332"/>
          </a:xfrm>
          <a:prstGeom prst="rect">
            <a:avLst/>
          </a:prstGeom>
          <a:noFill/>
        </p:spPr>
        <p:txBody>
          <a:bodyPr wrap="none" rtlCol="0">
            <a:spAutoFit/>
          </a:bodyPr>
          <a:lstStyle/>
          <a:p>
            <a:r>
              <a:rPr lang="en-US" dirty="0"/>
              <a:t>Maintainer</a:t>
            </a:r>
          </a:p>
        </p:txBody>
      </p:sp>
      <p:cxnSp>
        <p:nvCxnSpPr>
          <p:cNvPr id="21" name="Straight Connector 20">
            <a:extLst>
              <a:ext uri="{FF2B5EF4-FFF2-40B4-BE49-F238E27FC236}">
                <a16:creationId xmlns:a16="http://schemas.microsoft.com/office/drawing/2014/main" id="{08482DFC-3060-4992-B05B-4B9A66788722}"/>
              </a:ext>
            </a:extLst>
          </p:cNvPr>
          <p:cNvCxnSpPr/>
          <p:nvPr/>
        </p:nvCxnSpPr>
        <p:spPr>
          <a:xfrm>
            <a:off x="1978090" y="4042284"/>
            <a:ext cx="9004041"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9971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raphic 7" descr="Cloud with solid fill">
            <a:extLst>
              <a:ext uri="{FF2B5EF4-FFF2-40B4-BE49-F238E27FC236}">
                <a16:creationId xmlns:a16="http://schemas.microsoft.com/office/drawing/2014/main" id="{6B5C8F77-50BC-1587-C012-53761C6BB069}"/>
              </a:ext>
            </a:extLst>
          </p:cNvPr>
          <p:cNvSpPr/>
          <p:nvPr/>
        </p:nvSpPr>
        <p:spPr>
          <a:xfrm>
            <a:off x="1352282" y="1058325"/>
            <a:ext cx="10122793" cy="2099681"/>
          </a:xfrm>
          <a:custGeom>
            <a:avLst/>
            <a:gdLst>
              <a:gd name="connsiteX0" fmla="*/ 3167159 w 3687865"/>
              <a:gd name="connsiteY0" fmla="*/ 1045142 h 2099681"/>
              <a:gd name="connsiteX1" fmla="*/ 3123402 w 3687865"/>
              <a:gd name="connsiteY1" fmla="*/ 1045142 h 2099681"/>
              <a:gd name="connsiteX2" fmla="*/ 3123402 w 3687865"/>
              <a:gd name="connsiteY2" fmla="*/ 1045142 h 2099681"/>
              <a:gd name="connsiteX3" fmla="*/ 2847734 w 3687865"/>
              <a:gd name="connsiteY3" fmla="*/ 511308 h 2099681"/>
              <a:gd name="connsiteX4" fmla="*/ 2248265 w 3687865"/>
              <a:gd name="connsiteY4" fmla="*/ 428170 h 2099681"/>
              <a:gd name="connsiteX5" fmla="*/ 1364376 w 3687865"/>
              <a:gd name="connsiteY5" fmla="*/ 21231 h 2099681"/>
              <a:gd name="connsiteX6" fmla="*/ 760531 w 3687865"/>
              <a:gd name="connsiteY6" fmla="*/ 782600 h 2099681"/>
              <a:gd name="connsiteX7" fmla="*/ 760531 w 3687865"/>
              <a:gd name="connsiteY7" fmla="*/ 791352 h 2099681"/>
              <a:gd name="connsiteX8" fmla="*/ 130432 w 3687865"/>
              <a:gd name="connsiteY8" fmla="*/ 1045142 h 2099681"/>
              <a:gd name="connsiteX9" fmla="*/ 60421 w 3687865"/>
              <a:gd name="connsiteY9" fmla="*/ 1718997 h 2099681"/>
              <a:gd name="connsiteX10" fmla="*/ 624885 w 3687865"/>
              <a:gd name="connsiteY10" fmla="*/ 2095306 h 2099681"/>
              <a:gd name="connsiteX11" fmla="*/ 624885 w 3687865"/>
              <a:gd name="connsiteY11" fmla="*/ 2099682 h 2099681"/>
              <a:gd name="connsiteX12" fmla="*/ 3162783 w 3687865"/>
              <a:gd name="connsiteY12" fmla="*/ 2099682 h 2099681"/>
              <a:gd name="connsiteX13" fmla="*/ 3687865 w 3687865"/>
              <a:gd name="connsiteY13" fmla="*/ 1574600 h 2099681"/>
              <a:gd name="connsiteX14" fmla="*/ 3167159 w 3687865"/>
              <a:gd name="connsiteY14" fmla="*/ 1045142 h 209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7865" h="2099681">
                <a:moveTo>
                  <a:pt x="3167159" y="1045142"/>
                </a:moveTo>
                <a:cubicBezTo>
                  <a:pt x="3154032" y="1045142"/>
                  <a:pt x="3136529" y="1045142"/>
                  <a:pt x="3123402" y="1045142"/>
                </a:cubicBezTo>
                <a:cubicBezTo>
                  <a:pt x="3123402" y="1045142"/>
                  <a:pt x="3123402" y="1045142"/>
                  <a:pt x="3123402" y="1045142"/>
                </a:cubicBezTo>
                <a:cubicBezTo>
                  <a:pt x="3123402" y="830733"/>
                  <a:pt x="3018385" y="633827"/>
                  <a:pt x="2847734" y="511308"/>
                </a:cubicBezTo>
                <a:cubicBezTo>
                  <a:pt x="2672706" y="388789"/>
                  <a:pt x="2449546" y="358159"/>
                  <a:pt x="2248265" y="428170"/>
                </a:cubicBezTo>
                <a:cubicBezTo>
                  <a:pt x="2081988" y="104369"/>
                  <a:pt x="1714431" y="-61907"/>
                  <a:pt x="1364376" y="21231"/>
                </a:cubicBezTo>
                <a:cubicBezTo>
                  <a:pt x="1014321" y="104369"/>
                  <a:pt x="760531" y="419418"/>
                  <a:pt x="760531" y="782600"/>
                </a:cubicBezTo>
                <a:cubicBezTo>
                  <a:pt x="760531" y="782600"/>
                  <a:pt x="760531" y="786976"/>
                  <a:pt x="760531" y="791352"/>
                </a:cubicBezTo>
                <a:cubicBezTo>
                  <a:pt x="519868" y="751971"/>
                  <a:pt x="279205" y="852611"/>
                  <a:pt x="130432" y="1045142"/>
                </a:cubicBezTo>
                <a:cubicBezTo>
                  <a:pt x="-13966" y="1242047"/>
                  <a:pt x="-40220" y="1500213"/>
                  <a:pt x="60421" y="1718997"/>
                </a:cubicBezTo>
                <a:cubicBezTo>
                  <a:pt x="165438" y="1937782"/>
                  <a:pt x="384222" y="2082179"/>
                  <a:pt x="624885" y="2095306"/>
                </a:cubicBezTo>
                <a:lnTo>
                  <a:pt x="624885" y="2099682"/>
                </a:lnTo>
                <a:lnTo>
                  <a:pt x="3162783" y="2099682"/>
                </a:lnTo>
                <a:cubicBezTo>
                  <a:pt x="3451578" y="2099682"/>
                  <a:pt x="3687865" y="1863395"/>
                  <a:pt x="3687865" y="1574600"/>
                </a:cubicBezTo>
                <a:cubicBezTo>
                  <a:pt x="3687865" y="1285804"/>
                  <a:pt x="3455954" y="1045142"/>
                  <a:pt x="3167159" y="1045142"/>
                </a:cubicBezTo>
                <a:close/>
              </a:path>
            </a:pathLst>
          </a:custGeom>
          <a:solidFill>
            <a:srgbClr val="00B0F0"/>
          </a:solidFill>
          <a:ln w="43755" cap="flat">
            <a:noFill/>
            <a:prstDash val="solid"/>
            <a:miter/>
          </a:ln>
        </p:spPr>
        <p:txBody>
          <a:bodyPr rtlCol="0" anchor="ctr"/>
          <a:lstStyle/>
          <a:p>
            <a:endParaRPr lang="en-US"/>
          </a:p>
        </p:txBody>
      </p:sp>
      <p:sp>
        <p:nvSpPr>
          <p:cNvPr id="2" name="Slide Number Placeholder 1">
            <a:extLst>
              <a:ext uri="{FF2B5EF4-FFF2-40B4-BE49-F238E27FC236}">
                <a16:creationId xmlns:a16="http://schemas.microsoft.com/office/drawing/2014/main" id="{7631F239-9879-CE23-BDFB-15FEEE07B879}"/>
              </a:ext>
            </a:extLst>
          </p:cNvPr>
          <p:cNvSpPr>
            <a:spLocks noGrp="1"/>
          </p:cNvSpPr>
          <p:nvPr>
            <p:ph type="sldNum" sz="quarter" idx="10"/>
          </p:nvPr>
        </p:nvSpPr>
        <p:spPr/>
        <p:txBody>
          <a:bodyPr/>
          <a:lstStyle/>
          <a:p>
            <a:fld id="{F5342A4C-1D06-4798-B51F-D5804CA03D28}" type="slidenum">
              <a:rPr lang="en-ID" smtClean="0"/>
              <a:pPr/>
              <a:t>15</a:t>
            </a:fld>
            <a:endParaRPr lang="en-ID" dirty="0"/>
          </a:p>
        </p:txBody>
      </p:sp>
      <p:sp>
        <p:nvSpPr>
          <p:cNvPr id="3" name="Footer Placeholder 2">
            <a:extLst>
              <a:ext uri="{FF2B5EF4-FFF2-40B4-BE49-F238E27FC236}">
                <a16:creationId xmlns:a16="http://schemas.microsoft.com/office/drawing/2014/main" id="{6518D3DE-8B6F-727C-47D3-D56CD21CC3E3}"/>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37F9A8C9-83BE-5609-0B0F-FAAF049AA163}"/>
              </a:ext>
            </a:extLst>
          </p:cNvPr>
          <p:cNvSpPr>
            <a:spLocks noGrp="1"/>
          </p:cNvSpPr>
          <p:nvPr>
            <p:ph type="title"/>
          </p:nvPr>
        </p:nvSpPr>
        <p:spPr/>
        <p:txBody>
          <a:bodyPr/>
          <a:lstStyle/>
          <a:p>
            <a:r>
              <a:rPr lang="en-US" dirty="0"/>
              <a:t>Prepare to work on a project</a:t>
            </a:r>
          </a:p>
        </p:txBody>
      </p:sp>
      <p:pic>
        <p:nvPicPr>
          <p:cNvPr id="11" name="Picture 10">
            <a:extLst>
              <a:ext uri="{FF2B5EF4-FFF2-40B4-BE49-F238E27FC236}">
                <a16:creationId xmlns:a16="http://schemas.microsoft.com/office/drawing/2014/main" id="{484B455A-946F-3B89-92A7-0E4CEA4AE2B6}"/>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521210" y="1165413"/>
            <a:ext cx="1388153" cy="1388153"/>
          </a:xfrm>
          <a:prstGeom prst="rect">
            <a:avLst/>
          </a:prstGeom>
        </p:spPr>
      </p:pic>
      <p:sp>
        <p:nvSpPr>
          <p:cNvPr id="13" name="Can 12">
            <a:extLst>
              <a:ext uri="{FF2B5EF4-FFF2-40B4-BE49-F238E27FC236}">
                <a16:creationId xmlns:a16="http://schemas.microsoft.com/office/drawing/2014/main" id="{A00AFE6C-7802-D969-8643-954EDC752D60}"/>
              </a:ext>
            </a:extLst>
          </p:cNvPr>
          <p:cNvSpPr/>
          <p:nvPr/>
        </p:nvSpPr>
        <p:spPr>
          <a:xfrm>
            <a:off x="2768145" y="2083213"/>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Project</a:t>
            </a:r>
            <a:br>
              <a:rPr lang="en-US" dirty="0"/>
            </a:br>
            <a:r>
              <a:rPr lang="en-US" dirty="0"/>
              <a:t>(Upstream)</a:t>
            </a:r>
          </a:p>
        </p:txBody>
      </p:sp>
      <p:sp>
        <p:nvSpPr>
          <p:cNvPr id="5" name="TextBox 4">
            <a:extLst>
              <a:ext uri="{FF2B5EF4-FFF2-40B4-BE49-F238E27FC236}">
                <a16:creationId xmlns:a16="http://schemas.microsoft.com/office/drawing/2014/main" id="{9FF9B6BE-FCE3-036A-6176-430E33BE6AFE}"/>
              </a:ext>
            </a:extLst>
          </p:cNvPr>
          <p:cNvSpPr txBox="1"/>
          <p:nvPr/>
        </p:nvSpPr>
        <p:spPr>
          <a:xfrm>
            <a:off x="1136366" y="980747"/>
            <a:ext cx="2549096" cy="523220"/>
          </a:xfrm>
          <a:prstGeom prst="rect">
            <a:avLst/>
          </a:prstGeom>
          <a:noFill/>
        </p:spPr>
        <p:txBody>
          <a:bodyPr wrap="none" rtlCol="0">
            <a:spAutoFit/>
          </a:bodyPr>
          <a:lstStyle/>
          <a:p>
            <a:r>
              <a:rPr lang="en-US" sz="2800" dirty="0"/>
              <a:t>&lt;Contributor&gt;</a:t>
            </a:r>
          </a:p>
        </p:txBody>
      </p:sp>
    </p:spTree>
    <p:extLst>
      <p:ext uri="{BB962C8B-B14F-4D97-AF65-F5344CB8AC3E}">
        <p14:creationId xmlns:p14="http://schemas.microsoft.com/office/powerpoint/2010/main" val="1738465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raphic 7" descr="Cloud with solid fill">
            <a:extLst>
              <a:ext uri="{FF2B5EF4-FFF2-40B4-BE49-F238E27FC236}">
                <a16:creationId xmlns:a16="http://schemas.microsoft.com/office/drawing/2014/main" id="{6B5C8F77-50BC-1587-C012-53761C6BB069}"/>
              </a:ext>
            </a:extLst>
          </p:cNvPr>
          <p:cNvSpPr/>
          <p:nvPr/>
        </p:nvSpPr>
        <p:spPr>
          <a:xfrm>
            <a:off x="1352282" y="1058325"/>
            <a:ext cx="10122793" cy="2099681"/>
          </a:xfrm>
          <a:custGeom>
            <a:avLst/>
            <a:gdLst>
              <a:gd name="connsiteX0" fmla="*/ 3167159 w 3687865"/>
              <a:gd name="connsiteY0" fmla="*/ 1045142 h 2099681"/>
              <a:gd name="connsiteX1" fmla="*/ 3123402 w 3687865"/>
              <a:gd name="connsiteY1" fmla="*/ 1045142 h 2099681"/>
              <a:gd name="connsiteX2" fmla="*/ 3123402 w 3687865"/>
              <a:gd name="connsiteY2" fmla="*/ 1045142 h 2099681"/>
              <a:gd name="connsiteX3" fmla="*/ 2847734 w 3687865"/>
              <a:gd name="connsiteY3" fmla="*/ 511308 h 2099681"/>
              <a:gd name="connsiteX4" fmla="*/ 2248265 w 3687865"/>
              <a:gd name="connsiteY4" fmla="*/ 428170 h 2099681"/>
              <a:gd name="connsiteX5" fmla="*/ 1364376 w 3687865"/>
              <a:gd name="connsiteY5" fmla="*/ 21231 h 2099681"/>
              <a:gd name="connsiteX6" fmla="*/ 760531 w 3687865"/>
              <a:gd name="connsiteY6" fmla="*/ 782600 h 2099681"/>
              <a:gd name="connsiteX7" fmla="*/ 760531 w 3687865"/>
              <a:gd name="connsiteY7" fmla="*/ 791352 h 2099681"/>
              <a:gd name="connsiteX8" fmla="*/ 130432 w 3687865"/>
              <a:gd name="connsiteY8" fmla="*/ 1045142 h 2099681"/>
              <a:gd name="connsiteX9" fmla="*/ 60421 w 3687865"/>
              <a:gd name="connsiteY9" fmla="*/ 1718997 h 2099681"/>
              <a:gd name="connsiteX10" fmla="*/ 624885 w 3687865"/>
              <a:gd name="connsiteY10" fmla="*/ 2095306 h 2099681"/>
              <a:gd name="connsiteX11" fmla="*/ 624885 w 3687865"/>
              <a:gd name="connsiteY11" fmla="*/ 2099682 h 2099681"/>
              <a:gd name="connsiteX12" fmla="*/ 3162783 w 3687865"/>
              <a:gd name="connsiteY12" fmla="*/ 2099682 h 2099681"/>
              <a:gd name="connsiteX13" fmla="*/ 3687865 w 3687865"/>
              <a:gd name="connsiteY13" fmla="*/ 1574600 h 2099681"/>
              <a:gd name="connsiteX14" fmla="*/ 3167159 w 3687865"/>
              <a:gd name="connsiteY14" fmla="*/ 1045142 h 209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7865" h="2099681">
                <a:moveTo>
                  <a:pt x="3167159" y="1045142"/>
                </a:moveTo>
                <a:cubicBezTo>
                  <a:pt x="3154032" y="1045142"/>
                  <a:pt x="3136529" y="1045142"/>
                  <a:pt x="3123402" y="1045142"/>
                </a:cubicBezTo>
                <a:cubicBezTo>
                  <a:pt x="3123402" y="1045142"/>
                  <a:pt x="3123402" y="1045142"/>
                  <a:pt x="3123402" y="1045142"/>
                </a:cubicBezTo>
                <a:cubicBezTo>
                  <a:pt x="3123402" y="830733"/>
                  <a:pt x="3018385" y="633827"/>
                  <a:pt x="2847734" y="511308"/>
                </a:cubicBezTo>
                <a:cubicBezTo>
                  <a:pt x="2672706" y="388789"/>
                  <a:pt x="2449546" y="358159"/>
                  <a:pt x="2248265" y="428170"/>
                </a:cubicBezTo>
                <a:cubicBezTo>
                  <a:pt x="2081988" y="104369"/>
                  <a:pt x="1714431" y="-61907"/>
                  <a:pt x="1364376" y="21231"/>
                </a:cubicBezTo>
                <a:cubicBezTo>
                  <a:pt x="1014321" y="104369"/>
                  <a:pt x="760531" y="419418"/>
                  <a:pt x="760531" y="782600"/>
                </a:cubicBezTo>
                <a:cubicBezTo>
                  <a:pt x="760531" y="782600"/>
                  <a:pt x="760531" y="786976"/>
                  <a:pt x="760531" y="791352"/>
                </a:cubicBezTo>
                <a:cubicBezTo>
                  <a:pt x="519868" y="751971"/>
                  <a:pt x="279205" y="852611"/>
                  <a:pt x="130432" y="1045142"/>
                </a:cubicBezTo>
                <a:cubicBezTo>
                  <a:pt x="-13966" y="1242047"/>
                  <a:pt x="-40220" y="1500213"/>
                  <a:pt x="60421" y="1718997"/>
                </a:cubicBezTo>
                <a:cubicBezTo>
                  <a:pt x="165438" y="1937782"/>
                  <a:pt x="384222" y="2082179"/>
                  <a:pt x="624885" y="2095306"/>
                </a:cubicBezTo>
                <a:lnTo>
                  <a:pt x="624885" y="2099682"/>
                </a:lnTo>
                <a:lnTo>
                  <a:pt x="3162783" y="2099682"/>
                </a:lnTo>
                <a:cubicBezTo>
                  <a:pt x="3451578" y="2099682"/>
                  <a:pt x="3687865" y="1863395"/>
                  <a:pt x="3687865" y="1574600"/>
                </a:cubicBezTo>
                <a:cubicBezTo>
                  <a:pt x="3687865" y="1285804"/>
                  <a:pt x="3455954" y="1045142"/>
                  <a:pt x="3167159" y="1045142"/>
                </a:cubicBezTo>
                <a:close/>
              </a:path>
            </a:pathLst>
          </a:custGeom>
          <a:solidFill>
            <a:srgbClr val="00B0F0"/>
          </a:solidFill>
          <a:ln w="43755" cap="flat">
            <a:noFill/>
            <a:prstDash val="solid"/>
            <a:miter/>
          </a:ln>
        </p:spPr>
        <p:txBody>
          <a:bodyPr rtlCol="0" anchor="ctr"/>
          <a:lstStyle/>
          <a:p>
            <a:endParaRPr lang="en-US" dirty="0"/>
          </a:p>
        </p:txBody>
      </p:sp>
      <p:sp>
        <p:nvSpPr>
          <p:cNvPr id="2" name="Slide Number Placeholder 1">
            <a:extLst>
              <a:ext uri="{FF2B5EF4-FFF2-40B4-BE49-F238E27FC236}">
                <a16:creationId xmlns:a16="http://schemas.microsoft.com/office/drawing/2014/main" id="{7631F239-9879-CE23-BDFB-15FEEE07B879}"/>
              </a:ext>
            </a:extLst>
          </p:cNvPr>
          <p:cNvSpPr>
            <a:spLocks noGrp="1"/>
          </p:cNvSpPr>
          <p:nvPr>
            <p:ph type="sldNum" sz="quarter" idx="10"/>
          </p:nvPr>
        </p:nvSpPr>
        <p:spPr/>
        <p:txBody>
          <a:bodyPr/>
          <a:lstStyle/>
          <a:p>
            <a:fld id="{F5342A4C-1D06-4798-B51F-D5804CA03D28}" type="slidenum">
              <a:rPr lang="en-ID" smtClean="0"/>
              <a:pPr/>
              <a:t>16</a:t>
            </a:fld>
            <a:endParaRPr lang="en-ID" dirty="0"/>
          </a:p>
        </p:txBody>
      </p:sp>
      <p:sp>
        <p:nvSpPr>
          <p:cNvPr id="3" name="Footer Placeholder 2">
            <a:extLst>
              <a:ext uri="{FF2B5EF4-FFF2-40B4-BE49-F238E27FC236}">
                <a16:creationId xmlns:a16="http://schemas.microsoft.com/office/drawing/2014/main" id="{6518D3DE-8B6F-727C-47D3-D56CD21CC3E3}"/>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37F9A8C9-83BE-5609-0B0F-FAAF049AA163}"/>
              </a:ext>
            </a:extLst>
          </p:cNvPr>
          <p:cNvSpPr>
            <a:spLocks noGrp="1"/>
          </p:cNvSpPr>
          <p:nvPr>
            <p:ph type="title"/>
          </p:nvPr>
        </p:nvSpPr>
        <p:spPr/>
        <p:txBody>
          <a:bodyPr/>
          <a:lstStyle/>
          <a:p>
            <a:r>
              <a:rPr lang="en-US" dirty="0"/>
              <a:t>Prepare to work on a project</a:t>
            </a:r>
          </a:p>
        </p:txBody>
      </p:sp>
      <p:pic>
        <p:nvPicPr>
          <p:cNvPr id="11" name="Picture 10">
            <a:extLst>
              <a:ext uri="{FF2B5EF4-FFF2-40B4-BE49-F238E27FC236}">
                <a16:creationId xmlns:a16="http://schemas.microsoft.com/office/drawing/2014/main" id="{484B455A-946F-3B89-92A7-0E4CEA4AE2B6}"/>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5521210" y="1165413"/>
            <a:ext cx="1388153" cy="1388153"/>
          </a:xfrm>
          <a:prstGeom prst="rect">
            <a:avLst/>
          </a:prstGeom>
        </p:spPr>
      </p:pic>
      <p:sp>
        <p:nvSpPr>
          <p:cNvPr id="13" name="Can 12">
            <a:extLst>
              <a:ext uri="{FF2B5EF4-FFF2-40B4-BE49-F238E27FC236}">
                <a16:creationId xmlns:a16="http://schemas.microsoft.com/office/drawing/2014/main" id="{A00AFE6C-7802-D969-8643-954EDC752D60}"/>
              </a:ext>
            </a:extLst>
          </p:cNvPr>
          <p:cNvSpPr/>
          <p:nvPr/>
        </p:nvSpPr>
        <p:spPr>
          <a:xfrm>
            <a:off x="2768145" y="2083213"/>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Project</a:t>
            </a:r>
            <a:br>
              <a:rPr lang="en-US" dirty="0"/>
            </a:br>
            <a:r>
              <a:rPr lang="en-US" dirty="0"/>
              <a:t>(Upstream)</a:t>
            </a:r>
          </a:p>
        </p:txBody>
      </p:sp>
      <p:sp>
        <p:nvSpPr>
          <p:cNvPr id="5" name="Can 4">
            <a:extLst>
              <a:ext uri="{FF2B5EF4-FFF2-40B4-BE49-F238E27FC236}">
                <a16:creationId xmlns:a16="http://schemas.microsoft.com/office/drawing/2014/main" id="{99EDC9FB-E58B-4BEB-D1A2-B7B13860EE17}"/>
              </a:ext>
            </a:extLst>
          </p:cNvPr>
          <p:cNvSpPr/>
          <p:nvPr/>
        </p:nvSpPr>
        <p:spPr>
          <a:xfrm>
            <a:off x="8458123" y="2108165"/>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Your fork</a:t>
            </a:r>
            <a:br>
              <a:rPr lang="en-US" dirty="0"/>
            </a:br>
            <a:r>
              <a:rPr lang="en-US" dirty="0"/>
              <a:t>(Origin)</a:t>
            </a:r>
          </a:p>
        </p:txBody>
      </p:sp>
      <p:sp>
        <p:nvSpPr>
          <p:cNvPr id="6" name="Right Arrow 5">
            <a:extLst>
              <a:ext uri="{FF2B5EF4-FFF2-40B4-BE49-F238E27FC236}">
                <a16:creationId xmlns:a16="http://schemas.microsoft.com/office/drawing/2014/main" id="{C41E3473-26CF-E7F4-B722-D95C8F86FF80}"/>
              </a:ext>
            </a:extLst>
          </p:cNvPr>
          <p:cNvSpPr/>
          <p:nvPr/>
        </p:nvSpPr>
        <p:spPr>
          <a:xfrm>
            <a:off x="4444859" y="2369297"/>
            <a:ext cx="3937638" cy="582714"/>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Fork</a:t>
            </a:r>
          </a:p>
        </p:txBody>
      </p:sp>
      <p:sp>
        <p:nvSpPr>
          <p:cNvPr id="7" name="TextBox 6">
            <a:extLst>
              <a:ext uri="{FF2B5EF4-FFF2-40B4-BE49-F238E27FC236}">
                <a16:creationId xmlns:a16="http://schemas.microsoft.com/office/drawing/2014/main" id="{66DCC99F-BA15-7FCA-2DF9-7B6F00A8C8E8}"/>
              </a:ext>
            </a:extLst>
          </p:cNvPr>
          <p:cNvSpPr txBox="1"/>
          <p:nvPr/>
        </p:nvSpPr>
        <p:spPr>
          <a:xfrm>
            <a:off x="5302540" y="2788674"/>
            <a:ext cx="2222275" cy="369332"/>
          </a:xfrm>
          <a:prstGeom prst="rect">
            <a:avLst/>
          </a:prstGeom>
          <a:noFill/>
        </p:spPr>
        <p:txBody>
          <a:bodyPr wrap="none" rtlCol="0">
            <a:spAutoFit/>
          </a:bodyPr>
          <a:lstStyle/>
          <a:p>
            <a:r>
              <a:rPr lang="en-US" dirty="0"/>
              <a:t>***File transfer***</a:t>
            </a:r>
          </a:p>
        </p:txBody>
      </p:sp>
    </p:spTree>
    <p:extLst>
      <p:ext uri="{BB962C8B-B14F-4D97-AF65-F5344CB8AC3E}">
        <p14:creationId xmlns:p14="http://schemas.microsoft.com/office/powerpoint/2010/main" val="345262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ppt_x</p:attrName>
                                        </p:attrNameLst>
                                      </p:cBhvr>
                                      <p:tavLst>
                                        <p:tav tm="0">
                                          <p:val>
                                            <p:strVal val="#ppt_x-#ppt_w*1.125000"/>
                                          </p:val>
                                        </p:tav>
                                        <p:tav tm="100000">
                                          <p:val>
                                            <p:strVal val="#ppt_x"/>
                                          </p:val>
                                        </p:tav>
                                      </p:tavLst>
                                    </p:anim>
                                    <p:animEffect transition="in" filter="wipe(right)">
                                      <p:cBhvr>
                                        <p:cTn id="8" dur="500"/>
                                        <p:tgtEl>
                                          <p:spTgt spid="6"/>
                                        </p:tgtEl>
                                      </p:cBhvr>
                                    </p:animEffect>
                                  </p:childTnLst>
                                </p:cTn>
                              </p:par>
                            </p:childTnLst>
                          </p:cTn>
                        </p:par>
                        <p:par>
                          <p:cTn id="9" fill="hold">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p:tgtEl>
                                          <p:spTgt spid="5"/>
                                        </p:tgtEl>
                                        <p:attrNameLst>
                                          <p:attrName>ppt_x</p:attrName>
                                        </p:attrNameLst>
                                      </p:cBhvr>
                                      <p:tavLst>
                                        <p:tav tm="0">
                                          <p:val>
                                            <p:strVal val="#ppt_x-#ppt_w*1.125000"/>
                                          </p:val>
                                        </p:tav>
                                        <p:tav tm="100000">
                                          <p:val>
                                            <p:strVal val="#ppt_x"/>
                                          </p:val>
                                        </p:tav>
                                      </p:tavLst>
                                    </p:anim>
                                    <p:animEffect transition="in" filter="wipe(right)">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raphic 7" descr="Cloud with solid fill">
            <a:extLst>
              <a:ext uri="{FF2B5EF4-FFF2-40B4-BE49-F238E27FC236}">
                <a16:creationId xmlns:a16="http://schemas.microsoft.com/office/drawing/2014/main" id="{6B5C8F77-50BC-1587-C012-53761C6BB069}"/>
              </a:ext>
            </a:extLst>
          </p:cNvPr>
          <p:cNvSpPr/>
          <p:nvPr/>
        </p:nvSpPr>
        <p:spPr>
          <a:xfrm>
            <a:off x="1352282" y="1058325"/>
            <a:ext cx="10122793" cy="2099681"/>
          </a:xfrm>
          <a:custGeom>
            <a:avLst/>
            <a:gdLst>
              <a:gd name="connsiteX0" fmla="*/ 3167159 w 3687865"/>
              <a:gd name="connsiteY0" fmla="*/ 1045142 h 2099681"/>
              <a:gd name="connsiteX1" fmla="*/ 3123402 w 3687865"/>
              <a:gd name="connsiteY1" fmla="*/ 1045142 h 2099681"/>
              <a:gd name="connsiteX2" fmla="*/ 3123402 w 3687865"/>
              <a:gd name="connsiteY2" fmla="*/ 1045142 h 2099681"/>
              <a:gd name="connsiteX3" fmla="*/ 2847734 w 3687865"/>
              <a:gd name="connsiteY3" fmla="*/ 511308 h 2099681"/>
              <a:gd name="connsiteX4" fmla="*/ 2248265 w 3687865"/>
              <a:gd name="connsiteY4" fmla="*/ 428170 h 2099681"/>
              <a:gd name="connsiteX5" fmla="*/ 1364376 w 3687865"/>
              <a:gd name="connsiteY5" fmla="*/ 21231 h 2099681"/>
              <a:gd name="connsiteX6" fmla="*/ 760531 w 3687865"/>
              <a:gd name="connsiteY6" fmla="*/ 782600 h 2099681"/>
              <a:gd name="connsiteX7" fmla="*/ 760531 w 3687865"/>
              <a:gd name="connsiteY7" fmla="*/ 791352 h 2099681"/>
              <a:gd name="connsiteX8" fmla="*/ 130432 w 3687865"/>
              <a:gd name="connsiteY8" fmla="*/ 1045142 h 2099681"/>
              <a:gd name="connsiteX9" fmla="*/ 60421 w 3687865"/>
              <a:gd name="connsiteY9" fmla="*/ 1718997 h 2099681"/>
              <a:gd name="connsiteX10" fmla="*/ 624885 w 3687865"/>
              <a:gd name="connsiteY10" fmla="*/ 2095306 h 2099681"/>
              <a:gd name="connsiteX11" fmla="*/ 624885 w 3687865"/>
              <a:gd name="connsiteY11" fmla="*/ 2099682 h 2099681"/>
              <a:gd name="connsiteX12" fmla="*/ 3162783 w 3687865"/>
              <a:gd name="connsiteY12" fmla="*/ 2099682 h 2099681"/>
              <a:gd name="connsiteX13" fmla="*/ 3687865 w 3687865"/>
              <a:gd name="connsiteY13" fmla="*/ 1574600 h 2099681"/>
              <a:gd name="connsiteX14" fmla="*/ 3167159 w 3687865"/>
              <a:gd name="connsiteY14" fmla="*/ 1045142 h 209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7865" h="2099681">
                <a:moveTo>
                  <a:pt x="3167159" y="1045142"/>
                </a:moveTo>
                <a:cubicBezTo>
                  <a:pt x="3154032" y="1045142"/>
                  <a:pt x="3136529" y="1045142"/>
                  <a:pt x="3123402" y="1045142"/>
                </a:cubicBezTo>
                <a:cubicBezTo>
                  <a:pt x="3123402" y="1045142"/>
                  <a:pt x="3123402" y="1045142"/>
                  <a:pt x="3123402" y="1045142"/>
                </a:cubicBezTo>
                <a:cubicBezTo>
                  <a:pt x="3123402" y="830733"/>
                  <a:pt x="3018385" y="633827"/>
                  <a:pt x="2847734" y="511308"/>
                </a:cubicBezTo>
                <a:cubicBezTo>
                  <a:pt x="2672706" y="388789"/>
                  <a:pt x="2449546" y="358159"/>
                  <a:pt x="2248265" y="428170"/>
                </a:cubicBezTo>
                <a:cubicBezTo>
                  <a:pt x="2081988" y="104369"/>
                  <a:pt x="1714431" y="-61907"/>
                  <a:pt x="1364376" y="21231"/>
                </a:cubicBezTo>
                <a:cubicBezTo>
                  <a:pt x="1014321" y="104369"/>
                  <a:pt x="760531" y="419418"/>
                  <a:pt x="760531" y="782600"/>
                </a:cubicBezTo>
                <a:cubicBezTo>
                  <a:pt x="760531" y="782600"/>
                  <a:pt x="760531" y="786976"/>
                  <a:pt x="760531" y="791352"/>
                </a:cubicBezTo>
                <a:cubicBezTo>
                  <a:pt x="519868" y="751971"/>
                  <a:pt x="279205" y="852611"/>
                  <a:pt x="130432" y="1045142"/>
                </a:cubicBezTo>
                <a:cubicBezTo>
                  <a:pt x="-13966" y="1242047"/>
                  <a:pt x="-40220" y="1500213"/>
                  <a:pt x="60421" y="1718997"/>
                </a:cubicBezTo>
                <a:cubicBezTo>
                  <a:pt x="165438" y="1937782"/>
                  <a:pt x="384222" y="2082179"/>
                  <a:pt x="624885" y="2095306"/>
                </a:cubicBezTo>
                <a:lnTo>
                  <a:pt x="624885" y="2099682"/>
                </a:lnTo>
                <a:lnTo>
                  <a:pt x="3162783" y="2099682"/>
                </a:lnTo>
                <a:cubicBezTo>
                  <a:pt x="3451578" y="2099682"/>
                  <a:pt x="3687865" y="1863395"/>
                  <a:pt x="3687865" y="1574600"/>
                </a:cubicBezTo>
                <a:cubicBezTo>
                  <a:pt x="3687865" y="1285804"/>
                  <a:pt x="3455954" y="1045142"/>
                  <a:pt x="3167159" y="1045142"/>
                </a:cubicBezTo>
                <a:close/>
              </a:path>
            </a:pathLst>
          </a:custGeom>
          <a:solidFill>
            <a:srgbClr val="00B0F0"/>
          </a:solidFill>
          <a:ln w="43755" cap="flat">
            <a:noFill/>
            <a:prstDash val="solid"/>
            <a:miter/>
          </a:ln>
        </p:spPr>
        <p:txBody>
          <a:bodyPr rtlCol="0" anchor="ctr"/>
          <a:lstStyle/>
          <a:p>
            <a:endParaRPr lang="en-US" dirty="0"/>
          </a:p>
        </p:txBody>
      </p:sp>
      <p:sp>
        <p:nvSpPr>
          <p:cNvPr id="2" name="Slide Number Placeholder 1">
            <a:extLst>
              <a:ext uri="{FF2B5EF4-FFF2-40B4-BE49-F238E27FC236}">
                <a16:creationId xmlns:a16="http://schemas.microsoft.com/office/drawing/2014/main" id="{7631F239-9879-CE23-BDFB-15FEEE07B879}"/>
              </a:ext>
            </a:extLst>
          </p:cNvPr>
          <p:cNvSpPr>
            <a:spLocks noGrp="1"/>
          </p:cNvSpPr>
          <p:nvPr>
            <p:ph type="sldNum" sz="quarter" idx="10"/>
          </p:nvPr>
        </p:nvSpPr>
        <p:spPr/>
        <p:txBody>
          <a:bodyPr/>
          <a:lstStyle/>
          <a:p>
            <a:fld id="{F5342A4C-1D06-4798-B51F-D5804CA03D28}" type="slidenum">
              <a:rPr lang="en-ID" smtClean="0"/>
              <a:pPr/>
              <a:t>17</a:t>
            </a:fld>
            <a:endParaRPr lang="en-ID" dirty="0"/>
          </a:p>
        </p:txBody>
      </p:sp>
      <p:sp>
        <p:nvSpPr>
          <p:cNvPr id="3" name="Footer Placeholder 2">
            <a:extLst>
              <a:ext uri="{FF2B5EF4-FFF2-40B4-BE49-F238E27FC236}">
                <a16:creationId xmlns:a16="http://schemas.microsoft.com/office/drawing/2014/main" id="{6518D3DE-8B6F-727C-47D3-D56CD21CC3E3}"/>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37F9A8C9-83BE-5609-0B0F-FAAF049AA163}"/>
              </a:ext>
            </a:extLst>
          </p:cNvPr>
          <p:cNvSpPr>
            <a:spLocks noGrp="1"/>
          </p:cNvSpPr>
          <p:nvPr>
            <p:ph type="title"/>
          </p:nvPr>
        </p:nvSpPr>
        <p:spPr/>
        <p:txBody>
          <a:bodyPr/>
          <a:lstStyle/>
          <a:p>
            <a:r>
              <a:rPr lang="en-US" dirty="0"/>
              <a:t>Prepare to work on a project</a:t>
            </a:r>
          </a:p>
        </p:txBody>
      </p:sp>
      <p:pic>
        <p:nvPicPr>
          <p:cNvPr id="11" name="Picture 10">
            <a:extLst>
              <a:ext uri="{FF2B5EF4-FFF2-40B4-BE49-F238E27FC236}">
                <a16:creationId xmlns:a16="http://schemas.microsoft.com/office/drawing/2014/main" id="{484B455A-946F-3B89-92A7-0E4CEA4AE2B6}"/>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5521210" y="1165413"/>
            <a:ext cx="1388153" cy="1388153"/>
          </a:xfrm>
          <a:prstGeom prst="rect">
            <a:avLst/>
          </a:prstGeom>
        </p:spPr>
      </p:pic>
      <p:sp>
        <p:nvSpPr>
          <p:cNvPr id="13" name="Can 12">
            <a:extLst>
              <a:ext uri="{FF2B5EF4-FFF2-40B4-BE49-F238E27FC236}">
                <a16:creationId xmlns:a16="http://schemas.microsoft.com/office/drawing/2014/main" id="{A00AFE6C-7802-D969-8643-954EDC752D60}"/>
              </a:ext>
            </a:extLst>
          </p:cNvPr>
          <p:cNvSpPr/>
          <p:nvPr/>
        </p:nvSpPr>
        <p:spPr>
          <a:xfrm>
            <a:off x="2768145" y="2083213"/>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Project</a:t>
            </a:r>
            <a:br>
              <a:rPr lang="en-US" dirty="0"/>
            </a:br>
            <a:r>
              <a:rPr lang="en-US" dirty="0"/>
              <a:t>(Upstream)</a:t>
            </a:r>
          </a:p>
        </p:txBody>
      </p:sp>
      <p:sp>
        <p:nvSpPr>
          <p:cNvPr id="5" name="Can 4">
            <a:extLst>
              <a:ext uri="{FF2B5EF4-FFF2-40B4-BE49-F238E27FC236}">
                <a16:creationId xmlns:a16="http://schemas.microsoft.com/office/drawing/2014/main" id="{99EDC9FB-E58B-4BEB-D1A2-B7B13860EE17}"/>
              </a:ext>
            </a:extLst>
          </p:cNvPr>
          <p:cNvSpPr/>
          <p:nvPr/>
        </p:nvSpPr>
        <p:spPr>
          <a:xfrm>
            <a:off x="8458123" y="2108165"/>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Your fork</a:t>
            </a:r>
            <a:br>
              <a:rPr lang="en-US" dirty="0"/>
            </a:br>
            <a:r>
              <a:rPr lang="en-US" dirty="0"/>
              <a:t>(Origin)</a:t>
            </a:r>
          </a:p>
        </p:txBody>
      </p:sp>
      <p:cxnSp>
        <p:nvCxnSpPr>
          <p:cNvPr id="8" name="Straight Arrow Connector 7">
            <a:extLst>
              <a:ext uri="{FF2B5EF4-FFF2-40B4-BE49-F238E27FC236}">
                <a16:creationId xmlns:a16="http://schemas.microsoft.com/office/drawing/2014/main" id="{EAA55917-3614-D140-C3E1-E5AF38B95BAC}"/>
              </a:ext>
            </a:extLst>
          </p:cNvPr>
          <p:cNvCxnSpPr/>
          <p:nvPr/>
        </p:nvCxnSpPr>
        <p:spPr>
          <a:xfrm flipH="1">
            <a:off x="4353059" y="2720991"/>
            <a:ext cx="3953814" cy="0"/>
          </a:xfrm>
          <a:prstGeom prst="straightConnector1">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6921386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raphic 7" descr="Cloud with solid fill">
            <a:extLst>
              <a:ext uri="{FF2B5EF4-FFF2-40B4-BE49-F238E27FC236}">
                <a16:creationId xmlns:a16="http://schemas.microsoft.com/office/drawing/2014/main" id="{6B5C8F77-50BC-1587-C012-53761C6BB069}"/>
              </a:ext>
            </a:extLst>
          </p:cNvPr>
          <p:cNvSpPr/>
          <p:nvPr/>
        </p:nvSpPr>
        <p:spPr>
          <a:xfrm>
            <a:off x="1352282" y="1058325"/>
            <a:ext cx="10122793" cy="2099681"/>
          </a:xfrm>
          <a:custGeom>
            <a:avLst/>
            <a:gdLst>
              <a:gd name="connsiteX0" fmla="*/ 3167159 w 3687865"/>
              <a:gd name="connsiteY0" fmla="*/ 1045142 h 2099681"/>
              <a:gd name="connsiteX1" fmla="*/ 3123402 w 3687865"/>
              <a:gd name="connsiteY1" fmla="*/ 1045142 h 2099681"/>
              <a:gd name="connsiteX2" fmla="*/ 3123402 w 3687865"/>
              <a:gd name="connsiteY2" fmla="*/ 1045142 h 2099681"/>
              <a:gd name="connsiteX3" fmla="*/ 2847734 w 3687865"/>
              <a:gd name="connsiteY3" fmla="*/ 511308 h 2099681"/>
              <a:gd name="connsiteX4" fmla="*/ 2248265 w 3687865"/>
              <a:gd name="connsiteY4" fmla="*/ 428170 h 2099681"/>
              <a:gd name="connsiteX5" fmla="*/ 1364376 w 3687865"/>
              <a:gd name="connsiteY5" fmla="*/ 21231 h 2099681"/>
              <a:gd name="connsiteX6" fmla="*/ 760531 w 3687865"/>
              <a:gd name="connsiteY6" fmla="*/ 782600 h 2099681"/>
              <a:gd name="connsiteX7" fmla="*/ 760531 w 3687865"/>
              <a:gd name="connsiteY7" fmla="*/ 791352 h 2099681"/>
              <a:gd name="connsiteX8" fmla="*/ 130432 w 3687865"/>
              <a:gd name="connsiteY8" fmla="*/ 1045142 h 2099681"/>
              <a:gd name="connsiteX9" fmla="*/ 60421 w 3687865"/>
              <a:gd name="connsiteY9" fmla="*/ 1718997 h 2099681"/>
              <a:gd name="connsiteX10" fmla="*/ 624885 w 3687865"/>
              <a:gd name="connsiteY10" fmla="*/ 2095306 h 2099681"/>
              <a:gd name="connsiteX11" fmla="*/ 624885 w 3687865"/>
              <a:gd name="connsiteY11" fmla="*/ 2099682 h 2099681"/>
              <a:gd name="connsiteX12" fmla="*/ 3162783 w 3687865"/>
              <a:gd name="connsiteY12" fmla="*/ 2099682 h 2099681"/>
              <a:gd name="connsiteX13" fmla="*/ 3687865 w 3687865"/>
              <a:gd name="connsiteY13" fmla="*/ 1574600 h 2099681"/>
              <a:gd name="connsiteX14" fmla="*/ 3167159 w 3687865"/>
              <a:gd name="connsiteY14" fmla="*/ 1045142 h 209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7865" h="2099681">
                <a:moveTo>
                  <a:pt x="3167159" y="1045142"/>
                </a:moveTo>
                <a:cubicBezTo>
                  <a:pt x="3154032" y="1045142"/>
                  <a:pt x="3136529" y="1045142"/>
                  <a:pt x="3123402" y="1045142"/>
                </a:cubicBezTo>
                <a:cubicBezTo>
                  <a:pt x="3123402" y="1045142"/>
                  <a:pt x="3123402" y="1045142"/>
                  <a:pt x="3123402" y="1045142"/>
                </a:cubicBezTo>
                <a:cubicBezTo>
                  <a:pt x="3123402" y="830733"/>
                  <a:pt x="3018385" y="633827"/>
                  <a:pt x="2847734" y="511308"/>
                </a:cubicBezTo>
                <a:cubicBezTo>
                  <a:pt x="2672706" y="388789"/>
                  <a:pt x="2449546" y="358159"/>
                  <a:pt x="2248265" y="428170"/>
                </a:cubicBezTo>
                <a:cubicBezTo>
                  <a:pt x="2081988" y="104369"/>
                  <a:pt x="1714431" y="-61907"/>
                  <a:pt x="1364376" y="21231"/>
                </a:cubicBezTo>
                <a:cubicBezTo>
                  <a:pt x="1014321" y="104369"/>
                  <a:pt x="760531" y="419418"/>
                  <a:pt x="760531" y="782600"/>
                </a:cubicBezTo>
                <a:cubicBezTo>
                  <a:pt x="760531" y="782600"/>
                  <a:pt x="760531" y="786976"/>
                  <a:pt x="760531" y="791352"/>
                </a:cubicBezTo>
                <a:cubicBezTo>
                  <a:pt x="519868" y="751971"/>
                  <a:pt x="279205" y="852611"/>
                  <a:pt x="130432" y="1045142"/>
                </a:cubicBezTo>
                <a:cubicBezTo>
                  <a:pt x="-13966" y="1242047"/>
                  <a:pt x="-40220" y="1500213"/>
                  <a:pt x="60421" y="1718997"/>
                </a:cubicBezTo>
                <a:cubicBezTo>
                  <a:pt x="165438" y="1937782"/>
                  <a:pt x="384222" y="2082179"/>
                  <a:pt x="624885" y="2095306"/>
                </a:cubicBezTo>
                <a:lnTo>
                  <a:pt x="624885" y="2099682"/>
                </a:lnTo>
                <a:lnTo>
                  <a:pt x="3162783" y="2099682"/>
                </a:lnTo>
                <a:cubicBezTo>
                  <a:pt x="3451578" y="2099682"/>
                  <a:pt x="3687865" y="1863395"/>
                  <a:pt x="3687865" y="1574600"/>
                </a:cubicBezTo>
                <a:cubicBezTo>
                  <a:pt x="3687865" y="1285804"/>
                  <a:pt x="3455954" y="1045142"/>
                  <a:pt x="3167159" y="1045142"/>
                </a:cubicBezTo>
                <a:close/>
              </a:path>
            </a:pathLst>
          </a:custGeom>
          <a:solidFill>
            <a:srgbClr val="00B0F0"/>
          </a:solidFill>
          <a:ln w="43755" cap="flat">
            <a:noFill/>
            <a:prstDash val="solid"/>
            <a:miter/>
          </a:ln>
        </p:spPr>
        <p:txBody>
          <a:bodyPr rtlCol="0" anchor="ctr"/>
          <a:lstStyle/>
          <a:p>
            <a:endParaRPr lang="en-US" dirty="0"/>
          </a:p>
        </p:txBody>
      </p:sp>
      <p:sp>
        <p:nvSpPr>
          <p:cNvPr id="2" name="Slide Number Placeholder 1">
            <a:extLst>
              <a:ext uri="{FF2B5EF4-FFF2-40B4-BE49-F238E27FC236}">
                <a16:creationId xmlns:a16="http://schemas.microsoft.com/office/drawing/2014/main" id="{7631F239-9879-CE23-BDFB-15FEEE07B879}"/>
              </a:ext>
            </a:extLst>
          </p:cNvPr>
          <p:cNvSpPr>
            <a:spLocks noGrp="1"/>
          </p:cNvSpPr>
          <p:nvPr>
            <p:ph type="sldNum" sz="quarter" idx="10"/>
          </p:nvPr>
        </p:nvSpPr>
        <p:spPr/>
        <p:txBody>
          <a:bodyPr/>
          <a:lstStyle/>
          <a:p>
            <a:fld id="{F5342A4C-1D06-4798-B51F-D5804CA03D28}" type="slidenum">
              <a:rPr lang="en-ID" smtClean="0"/>
              <a:pPr/>
              <a:t>18</a:t>
            </a:fld>
            <a:endParaRPr lang="en-ID" dirty="0"/>
          </a:p>
        </p:txBody>
      </p:sp>
      <p:sp>
        <p:nvSpPr>
          <p:cNvPr id="3" name="Footer Placeholder 2">
            <a:extLst>
              <a:ext uri="{FF2B5EF4-FFF2-40B4-BE49-F238E27FC236}">
                <a16:creationId xmlns:a16="http://schemas.microsoft.com/office/drawing/2014/main" id="{6518D3DE-8B6F-727C-47D3-D56CD21CC3E3}"/>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37F9A8C9-83BE-5609-0B0F-FAAF049AA163}"/>
              </a:ext>
            </a:extLst>
          </p:cNvPr>
          <p:cNvSpPr>
            <a:spLocks noGrp="1"/>
          </p:cNvSpPr>
          <p:nvPr>
            <p:ph type="title"/>
          </p:nvPr>
        </p:nvSpPr>
        <p:spPr/>
        <p:txBody>
          <a:bodyPr/>
          <a:lstStyle/>
          <a:p>
            <a:r>
              <a:rPr lang="en-US" dirty="0"/>
              <a:t>Prepare to work on a project</a:t>
            </a:r>
          </a:p>
        </p:txBody>
      </p:sp>
      <p:pic>
        <p:nvPicPr>
          <p:cNvPr id="11" name="Picture 10">
            <a:extLst>
              <a:ext uri="{FF2B5EF4-FFF2-40B4-BE49-F238E27FC236}">
                <a16:creationId xmlns:a16="http://schemas.microsoft.com/office/drawing/2014/main" id="{484B455A-946F-3B89-92A7-0E4CEA4AE2B6}"/>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5521210" y="1165413"/>
            <a:ext cx="1388153" cy="1388153"/>
          </a:xfrm>
          <a:prstGeom prst="rect">
            <a:avLst/>
          </a:prstGeom>
        </p:spPr>
      </p:pic>
      <p:sp>
        <p:nvSpPr>
          <p:cNvPr id="13" name="Can 12">
            <a:extLst>
              <a:ext uri="{FF2B5EF4-FFF2-40B4-BE49-F238E27FC236}">
                <a16:creationId xmlns:a16="http://schemas.microsoft.com/office/drawing/2014/main" id="{A00AFE6C-7802-D969-8643-954EDC752D60}"/>
              </a:ext>
            </a:extLst>
          </p:cNvPr>
          <p:cNvSpPr/>
          <p:nvPr/>
        </p:nvSpPr>
        <p:spPr>
          <a:xfrm>
            <a:off x="2768145" y="2083213"/>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Project</a:t>
            </a:r>
            <a:br>
              <a:rPr lang="en-US" dirty="0"/>
            </a:br>
            <a:r>
              <a:rPr lang="en-US" dirty="0"/>
              <a:t>(Upstream)</a:t>
            </a:r>
          </a:p>
        </p:txBody>
      </p:sp>
      <p:sp>
        <p:nvSpPr>
          <p:cNvPr id="5" name="Can 4">
            <a:extLst>
              <a:ext uri="{FF2B5EF4-FFF2-40B4-BE49-F238E27FC236}">
                <a16:creationId xmlns:a16="http://schemas.microsoft.com/office/drawing/2014/main" id="{99EDC9FB-E58B-4BEB-D1A2-B7B13860EE17}"/>
              </a:ext>
            </a:extLst>
          </p:cNvPr>
          <p:cNvSpPr/>
          <p:nvPr/>
        </p:nvSpPr>
        <p:spPr>
          <a:xfrm>
            <a:off x="8458123" y="2108165"/>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Your fork</a:t>
            </a:r>
            <a:br>
              <a:rPr lang="en-US" dirty="0"/>
            </a:br>
            <a:r>
              <a:rPr lang="en-US" dirty="0"/>
              <a:t>(Origin)</a:t>
            </a:r>
          </a:p>
        </p:txBody>
      </p:sp>
      <p:sp>
        <p:nvSpPr>
          <p:cNvPr id="6" name="Can 5">
            <a:extLst>
              <a:ext uri="{FF2B5EF4-FFF2-40B4-BE49-F238E27FC236}">
                <a16:creationId xmlns:a16="http://schemas.microsoft.com/office/drawing/2014/main" id="{CE5C01F0-8292-2F60-26A7-15203F016FFD}"/>
              </a:ext>
            </a:extLst>
          </p:cNvPr>
          <p:cNvSpPr/>
          <p:nvPr/>
        </p:nvSpPr>
        <p:spPr>
          <a:xfrm>
            <a:off x="8483881" y="4374847"/>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Your local clone</a:t>
            </a:r>
          </a:p>
        </p:txBody>
      </p:sp>
      <p:sp>
        <p:nvSpPr>
          <p:cNvPr id="7" name="Right Arrow 6">
            <a:extLst>
              <a:ext uri="{FF2B5EF4-FFF2-40B4-BE49-F238E27FC236}">
                <a16:creationId xmlns:a16="http://schemas.microsoft.com/office/drawing/2014/main" id="{93014B22-0BEE-FC1E-F140-D5576DC946F3}"/>
              </a:ext>
            </a:extLst>
          </p:cNvPr>
          <p:cNvSpPr/>
          <p:nvPr/>
        </p:nvSpPr>
        <p:spPr>
          <a:xfrm rot="5400000">
            <a:off x="8546443" y="3482645"/>
            <a:ext cx="1291552" cy="492858"/>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Clone</a:t>
            </a:r>
          </a:p>
        </p:txBody>
      </p:sp>
      <p:cxnSp>
        <p:nvCxnSpPr>
          <p:cNvPr id="12" name="Straight Arrow Connector 11">
            <a:extLst>
              <a:ext uri="{FF2B5EF4-FFF2-40B4-BE49-F238E27FC236}">
                <a16:creationId xmlns:a16="http://schemas.microsoft.com/office/drawing/2014/main" id="{E01869CF-CE65-8A97-B4FC-7A0D45B97B0E}"/>
              </a:ext>
            </a:extLst>
          </p:cNvPr>
          <p:cNvCxnSpPr/>
          <p:nvPr/>
        </p:nvCxnSpPr>
        <p:spPr>
          <a:xfrm flipH="1">
            <a:off x="4353059" y="2720991"/>
            <a:ext cx="3953814" cy="0"/>
          </a:xfrm>
          <a:prstGeom prst="straightConnector1">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816369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ppt_y</p:attrName>
                                        </p:attrNameLst>
                                      </p:cBhvr>
                                      <p:tavLst>
                                        <p:tav tm="0">
                                          <p:val>
                                            <p:strVal val="#ppt_y-#ppt_h*1.125000"/>
                                          </p:val>
                                        </p:tav>
                                        <p:tav tm="100000">
                                          <p:val>
                                            <p:strVal val="#ppt_y"/>
                                          </p:val>
                                        </p:tav>
                                      </p:tavLst>
                                    </p:anim>
                                    <p:animEffect transition="in" filter="wipe(down)">
                                      <p:cBhvr>
                                        <p:cTn id="8" dur="500"/>
                                        <p:tgtEl>
                                          <p:spTgt spid="7"/>
                                        </p:tgtEl>
                                      </p:cBhvr>
                                    </p:animEffect>
                                  </p:childTnLst>
                                </p:cTn>
                              </p:par>
                            </p:childTnLst>
                          </p:cTn>
                        </p:par>
                        <p:par>
                          <p:cTn id="9" fill="hold">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raphic 7" descr="Cloud with solid fill">
            <a:extLst>
              <a:ext uri="{FF2B5EF4-FFF2-40B4-BE49-F238E27FC236}">
                <a16:creationId xmlns:a16="http://schemas.microsoft.com/office/drawing/2014/main" id="{6B5C8F77-50BC-1587-C012-53761C6BB069}"/>
              </a:ext>
            </a:extLst>
          </p:cNvPr>
          <p:cNvSpPr/>
          <p:nvPr/>
        </p:nvSpPr>
        <p:spPr>
          <a:xfrm>
            <a:off x="1352282" y="1058325"/>
            <a:ext cx="10122793" cy="2099681"/>
          </a:xfrm>
          <a:custGeom>
            <a:avLst/>
            <a:gdLst>
              <a:gd name="connsiteX0" fmla="*/ 3167159 w 3687865"/>
              <a:gd name="connsiteY0" fmla="*/ 1045142 h 2099681"/>
              <a:gd name="connsiteX1" fmla="*/ 3123402 w 3687865"/>
              <a:gd name="connsiteY1" fmla="*/ 1045142 h 2099681"/>
              <a:gd name="connsiteX2" fmla="*/ 3123402 w 3687865"/>
              <a:gd name="connsiteY2" fmla="*/ 1045142 h 2099681"/>
              <a:gd name="connsiteX3" fmla="*/ 2847734 w 3687865"/>
              <a:gd name="connsiteY3" fmla="*/ 511308 h 2099681"/>
              <a:gd name="connsiteX4" fmla="*/ 2248265 w 3687865"/>
              <a:gd name="connsiteY4" fmla="*/ 428170 h 2099681"/>
              <a:gd name="connsiteX5" fmla="*/ 1364376 w 3687865"/>
              <a:gd name="connsiteY5" fmla="*/ 21231 h 2099681"/>
              <a:gd name="connsiteX6" fmla="*/ 760531 w 3687865"/>
              <a:gd name="connsiteY6" fmla="*/ 782600 h 2099681"/>
              <a:gd name="connsiteX7" fmla="*/ 760531 w 3687865"/>
              <a:gd name="connsiteY7" fmla="*/ 791352 h 2099681"/>
              <a:gd name="connsiteX8" fmla="*/ 130432 w 3687865"/>
              <a:gd name="connsiteY8" fmla="*/ 1045142 h 2099681"/>
              <a:gd name="connsiteX9" fmla="*/ 60421 w 3687865"/>
              <a:gd name="connsiteY9" fmla="*/ 1718997 h 2099681"/>
              <a:gd name="connsiteX10" fmla="*/ 624885 w 3687865"/>
              <a:gd name="connsiteY10" fmla="*/ 2095306 h 2099681"/>
              <a:gd name="connsiteX11" fmla="*/ 624885 w 3687865"/>
              <a:gd name="connsiteY11" fmla="*/ 2099682 h 2099681"/>
              <a:gd name="connsiteX12" fmla="*/ 3162783 w 3687865"/>
              <a:gd name="connsiteY12" fmla="*/ 2099682 h 2099681"/>
              <a:gd name="connsiteX13" fmla="*/ 3687865 w 3687865"/>
              <a:gd name="connsiteY13" fmla="*/ 1574600 h 2099681"/>
              <a:gd name="connsiteX14" fmla="*/ 3167159 w 3687865"/>
              <a:gd name="connsiteY14" fmla="*/ 1045142 h 209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7865" h="2099681">
                <a:moveTo>
                  <a:pt x="3167159" y="1045142"/>
                </a:moveTo>
                <a:cubicBezTo>
                  <a:pt x="3154032" y="1045142"/>
                  <a:pt x="3136529" y="1045142"/>
                  <a:pt x="3123402" y="1045142"/>
                </a:cubicBezTo>
                <a:cubicBezTo>
                  <a:pt x="3123402" y="1045142"/>
                  <a:pt x="3123402" y="1045142"/>
                  <a:pt x="3123402" y="1045142"/>
                </a:cubicBezTo>
                <a:cubicBezTo>
                  <a:pt x="3123402" y="830733"/>
                  <a:pt x="3018385" y="633827"/>
                  <a:pt x="2847734" y="511308"/>
                </a:cubicBezTo>
                <a:cubicBezTo>
                  <a:pt x="2672706" y="388789"/>
                  <a:pt x="2449546" y="358159"/>
                  <a:pt x="2248265" y="428170"/>
                </a:cubicBezTo>
                <a:cubicBezTo>
                  <a:pt x="2081988" y="104369"/>
                  <a:pt x="1714431" y="-61907"/>
                  <a:pt x="1364376" y="21231"/>
                </a:cubicBezTo>
                <a:cubicBezTo>
                  <a:pt x="1014321" y="104369"/>
                  <a:pt x="760531" y="419418"/>
                  <a:pt x="760531" y="782600"/>
                </a:cubicBezTo>
                <a:cubicBezTo>
                  <a:pt x="760531" y="782600"/>
                  <a:pt x="760531" y="786976"/>
                  <a:pt x="760531" y="791352"/>
                </a:cubicBezTo>
                <a:cubicBezTo>
                  <a:pt x="519868" y="751971"/>
                  <a:pt x="279205" y="852611"/>
                  <a:pt x="130432" y="1045142"/>
                </a:cubicBezTo>
                <a:cubicBezTo>
                  <a:pt x="-13966" y="1242047"/>
                  <a:pt x="-40220" y="1500213"/>
                  <a:pt x="60421" y="1718997"/>
                </a:cubicBezTo>
                <a:cubicBezTo>
                  <a:pt x="165438" y="1937782"/>
                  <a:pt x="384222" y="2082179"/>
                  <a:pt x="624885" y="2095306"/>
                </a:cubicBezTo>
                <a:lnTo>
                  <a:pt x="624885" y="2099682"/>
                </a:lnTo>
                <a:lnTo>
                  <a:pt x="3162783" y="2099682"/>
                </a:lnTo>
                <a:cubicBezTo>
                  <a:pt x="3451578" y="2099682"/>
                  <a:pt x="3687865" y="1863395"/>
                  <a:pt x="3687865" y="1574600"/>
                </a:cubicBezTo>
                <a:cubicBezTo>
                  <a:pt x="3687865" y="1285804"/>
                  <a:pt x="3455954" y="1045142"/>
                  <a:pt x="3167159" y="1045142"/>
                </a:cubicBezTo>
                <a:close/>
              </a:path>
            </a:pathLst>
          </a:custGeom>
          <a:solidFill>
            <a:srgbClr val="00B0F0"/>
          </a:solidFill>
          <a:ln w="43755" cap="flat">
            <a:noFill/>
            <a:prstDash val="solid"/>
            <a:miter/>
          </a:ln>
        </p:spPr>
        <p:txBody>
          <a:bodyPr rtlCol="0" anchor="ctr"/>
          <a:lstStyle/>
          <a:p>
            <a:endParaRPr lang="en-US" dirty="0"/>
          </a:p>
        </p:txBody>
      </p:sp>
      <p:sp>
        <p:nvSpPr>
          <p:cNvPr id="2" name="Slide Number Placeholder 1">
            <a:extLst>
              <a:ext uri="{FF2B5EF4-FFF2-40B4-BE49-F238E27FC236}">
                <a16:creationId xmlns:a16="http://schemas.microsoft.com/office/drawing/2014/main" id="{7631F239-9879-CE23-BDFB-15FEEE07B879}"/>
              </a:ext>
            </a:extLst>
          </p:cNvPr>
          <p:cNvSpPr>
            <a:spLocks noGrp="1"/>
          </p:cNvSpPr>
          <p:nvPr>
            <p:ph type="sldNum" sz="quarter" idx="10"/>
          </p:nvPr>
        </p:nvSpPr>
        <p:spPr/>
        <p:txBody>
          <a:bodyPr/>
          <a:lstStyle/>
          <a:p>
            <a:fld id="{F5342A4C-1D06-4798-B51F-D5804CA03D28}" type="slidenum">
              <a:rPr lang="en-ID" smtClean="0"/>
              <a:pPr/>
              <a:t>19</a:t>
            </a:fld>
            <a:endParaRPr lang="en-ID" dirty="0"/>
          </a:p>
        </p:txBody>
      </p:sp>
      <p:sp>
        <p:nvSpPr>
          <p:cNvPr id="3" name="Footer Placeholder 2">
            <a:extLst>
              <a:ext uri="{FF2B5EF4-FFF2-40B4-BE49-F238E27FC236}">
                <a16:creationId xmlns:a16="http://schemas.microsoft.com/office/drawing/2014/main" id="{6518D3DE-8B6F-727C-47D3-D56CD21CC3E3}"/>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37F9A8C9-83BE-5609-0B0F-FAAF049AA163}"/>
              </a:ext>
            </a:extLst>
          </p:cNvPr>
          <p:cNvSpPr>
            <a:spLocks noGrp="1"/>
          </p:cNvSpPr>
          <p:nvPr>
            <p:ph type="title"/>
          </p:nvPr>
        </p:nvSpPr>
        <p:spPr/>
        <p:txBody>
          <a:bodyPr/>
          <a:lstStyle/>
          <a:p>
            <a:r>
              <a:rPr lang="en-US" dirty="0"/>
              <a:t>Prepare to work on a project</a:t>
            </a:r>
          </a:p>
        </p:txBody>
      </p:sp>
      <p:pic>
        <p:nvPicPr>
          <p:cNvPr id="11" name="Picture 10">
            <a:extLst>
              <a:ext uri="{FF2B5EF4-FFF2-40B4-BE49-F238E27FC236}">
                <a16:creationId xmlns:a16="http://schemas.microsoft.com/office/drawing/2014/main" id="{484B455A-946F-3B89-92A7-0E4CEA4AE2B6}"/>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5521210" y="1165413"/>
            <a:ext cx="1388153" cy="1388153"/>
          </a:xfrm>
          <a:prstGeom prst="rect">
            <a:avLst/>
          </a:prstGeom>
        </p:spPr>
      </p:pic>
      <p:sp>
        <p:nvSpPr>
          <p:cNvPr id="13" name="Can 12">
            <a:extLst>
              <a:ext uri="{FF2B5EF4-FFF2-40B4-BE49-F238E27FC236}">
                <a16:creationId xmlns:a16="http://schemas.microsoft.com/office/drawing/2014/main" id="{A00AFE6C-7802-D969-8643-954EDC752D60}"/>
              </a:ext>
            </a:extLst>
          </p:cNvPr>
          <p:cNvSpPr/>
          <p:nvPr/>
        </p:nvSpPr>
        <p:spPr>
          <a:xfrm>
            <a:off x="2768145" y="2083213"/>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Project</a:t>
            </a:r>
            <a:br>
              <a:rPr lang="en-US" dirty="0"/>
            </a:br>
            <a:r>
              <a:rPr lang="en-US" dirty="0"/>
              <a:t>(Upstream)</a:t>
            </a:r>
          </a:p>
        </p:txBody>
      </p:sp>
      <p:sp>
        <p:nvSpPr>
          <p:cNvPr id="5" name="Can 4">
            <a:extLst>
              <a:ext uri="{FF2B5EF4-FFF2-40B4-BE49-F238E27FC236}">
                <a16:creationId xmlns:a16="http://schemas.microsoft.com/office/drawing/2014/main" id="{99EDC9FB-E58B-4BEB-D1A2-B7B13860EE17}"/>
              </a:ext>
            </a:extLst>
          </p:cNvPr>
          <p:cNvSpPr/>
          <p:nvPr/>
        </p:nvSpPr>
        <p:spPr>
          <a:xfrm>
            <a:off x="8458123" y="2108165"/>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Your fork</a:t>
            </a:r>
            <a:br>
              <a:rPr lang="en-US" dirty="0"/>
            </a:br>
            <a:r>
              <a:rPr lang="en-US" dirty="0"/>
              <a:t>(Origin)</a:t>
            </a:r>
          </a:p>
        </p:txBody>
      </p:sp>
      <p:sp>
        <p:nvSpPr>
          <p:cNvPr id="6" name="Can 5">
            <a:extLst>
              <a:ext uri="{FF2B5EF4-FFF2-40B4-BE49-F238E27FC236}">
                <a16:creationId xmlns:a16="http://schemas.microsoft.com/office/drawing/2014/main" id="{CE5C01F0-8292-2F60-26A7-15203F016FFD}"/>
              </a:ext>
            </a:extLst>
          </p:cNvPr>
          <p:cNvSpPr/>
          <p:nvPr/>
        </p:nvSpPr>
        <p:spPr>
          <a:xfrm>
            <a:off x="8483881" y="4374847"/>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Your local clone</a:t>
            </a:r>
          </a:p>
        </p:txBody>
      </p:sp>
      <p:cxnSp>
        <p:nvCxnSpPr>
          <p:cNvPr id="7" name="Straight Arrow Connector 6">
            <a:extLst>
              <a:ext uri="{FF2B5EF4-FFF2-40B4-BE49-F238E27FC236}">
                <a16:creationId xmlns:a16="http://schemas.microsoft.com/office/drawing/2014/main" id="{57CD8D83-28F3-EBBF-8577-6443E5D05271}"/>
              </a:ext>
            </a:extLst>
          </p:cNvPr>
          <p:cNvCxnSpPr/>
          <p:nvPr/>
        </p:nvCxnSpPr>
        <p:spPr>
          <a:xfrm flipH="1">
            <a:off x="4353059" y="2720991"/>
            <a:ext cx="3953814" cy="0"/>
          </a:xfrm>
          <a:prstGeom prst="straightConnector1">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Straight Arrow Connector 13">
            <a:extLst>
              <a:ext uri="{FF2B5EF4-FFF2-40B4-BE49-F238E27FC236}">
                <a16:creationId xmlns:a16="http://schemas.microsoft.com/office/drawing/2014/main" id="{2E48DC0A-DD87-5DAA-31B9-CB4D991D0B00}"/>
              </a:ext>
            </a:extLst>
          </p:cNvPr>
          <p:cNvCxnSpPr>
            <a:cxnSpLocks/>
            <a:stCxn id="6" idx="1"/>
            <a:endCxn id="5" idx="3"/>
          </p:cNvCxnSpPr>
          <p:nvPr/>
        </p:nvCxnSpPr>
        <p:spPr>
          <a:xfrm flipH="1" flipV="1">
            <a:off x="9192219" y="3048871"/>
            <a:ext cx="25758" cy="1325976"/>
          </a:xfrm>
          <a:prstGeom prst="straightConnector1">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274188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raphic 7" descr="Cloud with solid fill">
            <a:extLst>
              <a:ext uri="{FF2B5EF4-FFF2-40B4-BE49-F238E27FC236}">
                <a16:creationId xmlns:a16="http://schemas.microsoft.com/office/drawing/2014/main" id="{6B5C8F77-50BC-1587-C012-53761C6BB069}"/>
              </a:ext>
            </a:extLst>
          </p:cNvPr>
          <p:cNvSpPr/>
          <p:nvPr/>
        </p:nvSpPr>
        <p:spPr>
          <a:xfrm>
            <a:off x="1352282" y="1058325"/>
            <a:ext cx="10122793" cy="2099681"/>
          </a:xfrm>
          <a:custGeom>
            <a:avLst/>
            <a:gdLst>
              <a:gd name="connsiteX0" fmla="*/ 3167159 w 3687865"/>
              <a:gd name="connsiteY0" fmla="*/ 1045142 h 2099681"/>
              <a:gd name="connsiteX1" fmla="*/ 3123402 w 3687865"/>
              <a:gd name="connsiteY1" fmla="*/ 1045142 h 2099681"/>
              <a:gd name="connsiteX2" fmla="*/ 3123402 w 3687865"/>
              <a:gd name="connsiteY2" fmla="*/ 1045142 h 2099681"/>
              <a:gd name="connsiteX3" fmla="*/ 2847734 w 3687865"/>
              <a:gd name="connsiteY3" fmla="*/ 511308 h 2099681"/>
              <a:gd name="connsiteX4" fmla="*/ 2248265 w 3687865"/>
              <a:gd name="connsiteY4" fmla="*/ 428170 h 2099681"/>
              <a:gd name="connsiteX5" fmla="*/ 1364376 w 3687865"/>
              <a:gd name="connsiteY5" fmla="*/ 21231 h 2099681"/>
              <a:gd name="connsiteX6" fmla="*/ 760531 w 3687865"/>
              <a:gd name="connsiteY6" fmla="*/ 782600 h 2099681"/>
              <a:gd name="connsiteX7" fmla="*/ 760531 w 3687865"/>
              <a:gd name="connsiteY7" fmla="*/ 791352 h 2099681"/>
              <a:gd name="connsiteX8" fmla="*/ 130432 w 3687865"/>
              <a:gd name="connsiteY8" fmla="*/ 1045142 h 2099681"/>
              <a:gd name="connsiteX9" fmla="*/ 60421 w 3687865"/>
              <a:gd name="connsiteY9" fmla="*/ 1718997 h 2099681"/>
              <a:gd name="connsiteX10" fmla="*/ 624885 w 3687865"/>
              <a:gd name="connsiteY10" fmla="*/ 2095306 h 2099681"/>
              <a:gd name="connsiteX11" fmla="*/ 624885 w 3687865"/>
              <a:gd name="connsiteY11" fmla="*/ 2099682 h 2099681"/>
              <a:gd name="connsiteX12" fmla="*/ 3162783 w 3687865"/>
              <a:gd name="connsiteY12" fmla="*/ 2099682 h 2099681"/>
              <a:gd name="connsiteX13" fmla="*/ 3687865 w 3687865"/>
              <a:gd name="connsiteY13" fmla="*/ 1574600 h 2099681"/>
              <a:gd name="connsiteX14" fmla="*/ 3167159 w 3687865"/>
              <a:gd name="connsiteY14" fmla="*/ 1045142 h 209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7865" h="2099681">
                <a:moveTo>
                  <a:pt x="3167159" y="1045142"/>
                </a:moveTo>
                <a:cubicBezTo>
                  <a:pt x="3154032" y="1045142"/>
                  <a:pt x="3136529" y="1045142"/>
                  <a:pt x="3123402" y="1045142"/>
                </a:cubicBezTo>
                <a:cubicBezTo>
                  <a:pt x="3123402" y="1045142"/>
                  <a:pt x="3123402" y="1045142"/>
                  <a:pt x="3123402" y="1045142"/>
                </a:cubicBezTo>
                <a:cubicBezTo>
                  <a:pt x="3123402" y="830733"/>
                  <a:pt x="3018385" y="633827"/>
                  <a:pt x="2847734" y="511308"/>
                </a:cubicBezTo>
                <a:cubicBezTo>
                  <a:pt x="2672706" y="388789"/>
                  <a:pt x="2449546" y="358159"/>
                  <a:pt x="2248265" y="428170"/>
                </a:cubicBezTo>
                <a:cubicBezTo>
                  <a:pt x="2081988" y="104369"/>
                  <a:pt x="1714431" y="-61907"/>
                  <a:pt x="1364376" y="21231"/>
                </a:cubicBezTo>
                <a:cubicBezTo>
                  <a:pt x="1014321" y="104369"/>
                  <a:pt x="760531" y="419418"/>
                  <a:pt x="760531" y="782600"/>
                </a:cubicBezTo>
                <a:cubicBezTo>
                  <a:pt x="760531" y="782600"/>
                  <a:pt x="760531" y="786976"/>
                  <a:pt x="760531" y="791352"/>
                </a:cubicBezTo>
                <a:cubicBezTo>
                  <a:pt x="519868" y="751971"/>
                  <a:pt x="279205" y="852611"/>
                  <a:pt x="130432" y="1045142"/>
                </a:cubicBezTo>
                <a:cubicBezTo>
                  <a:pt x="-13966" y="1242047"/>
                  <a:pt x="-40220" y="1500213"/>
                  <a:pt x="60421" y="1718997"/>
                </a:cubicBezTo>
                <a:cubicBezTo>
                  <a:pt x="165438" y="1937782"/>
                  <a:pt x="384222" y="2082179"/>
                  <a:pt x="624885" y="2095306"/>
                </a:cubicBezTo>
                <a:lnTo>
                  <a:pt x="624885" y="2099682"/>
                </a:lnTo>
                <a:lnTo>
                  <a:pt x="3162783" y="2099682"/>
                </a:lnTo>
                <a:cubicBezTo>
                  <a:pt x="3451578" y="2099682"/>
                  <a:pt x="3687865" y="1863395"/>
                  <a:pt x="3687865" y="1574600"/>
                </a:cubicBezTo>
                <a:cubicBezTo>
                  <a:pt x="3687865" y="1285804"/>
                  <a:pt x="3455954" y="1045142"/>
                  <a:pt x="3167159" y="1045142"/>
                </a:cubicBezTo>
                <a:close/>
              </a:path>
            </a:pathLst>
          </a:custGeom>
          <a:solidFill>
            <a:srgbClr val="00B0F0"/>
          </a:solidFill>
          <a:ln w="43755" cap="flat">
            <a:noFill/>
            <a:prstDash val="solid"/>
            <a:miter/>
          </a:ln>
        </p:spPr>
        <p:txBody>
          <a:bodyPr rtlCol="0" anchor="ctr"/>
          <a:lstStyle/>
          <a:p>
            <a:endParaRPr lang="en-US" dirty="0"/>
          </a:p>
        </p:txBody>
      </p:sp>
      <p:sp>
        <p:nvSpPr>
          <p:cNvPr id="2" name="Slide Number Placeholder 1">
            <a:extLst>
              <a:ext uri="{FF2B5EF4-FFF2-40B4-BE49-F238E27FC236}">
                <a16:creationId xmlns:a16="http://schemas.microsoft.com/office/drawing/2014/main" id="{7631F239-9879-CE23-BDFB-15FEEE07B879}"/>
              </a:ext>
            </a:extLst>
          </p:cNvPr>
          <p:cNvSpPr>
            <a:spLocks noGrp="1"/>
          </p:cNvSpPr>
          <p:nvPr>
            <p:ph type="sldNum" sz="quarter" idx="10"/>
          </p:nvPr>
        </p:nvSpPr>
        <p:spPr/>
        <p:txBody>
          <a:bodyPr/>
          <a:lstStyle/>
          <a:p>
            <a:fld id="{F5342A4C-1D06-4798-B51F-D5804CA03D28}" type="slidenum">
              <a:rPr lang="en-ID" smtClean="0"/>
              <a:pPr/>
              <a:t>20</a:t>
            </a:fld>
            <a:endParaRPr lang="en-ID" dirty="0"/>
          </a:p>
        </p:txBody>
      </p:sp>
      <p:sp>
        <p:nvSpPr>
          <p:cNvPr id="3" name="Footer Placeholder 2">
            <a:extLst>
              <a:ext uri="{FF2B5EF4-FFF2-40B4-BE49-F238E27FC236}">
                <a16:creationId xmlns:a16="http://schemas.microsoft.com/office/drawing/2014/main" id="{6518D3DE-8B6F-727C-47D3-D56CD21CC3E3}"/>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37F9A8C9-83BE-5609-0B0F-FAAF049AA163}"/>
              </a:ext>
            </a:extLst>
          </p:cNvPr>
          <p:cNvSpPr>
            <a:spLocks noGrp="1"/>
          </p:cNvSpPr>
          <p:nvPr>
            <p:ph type="title"/>
          </p:nvPr>
        </p:nvSpPr>
        <p:spPr/>
        <p:txBody>
          <a:bodyPr/>
          <a:lstStyle/>
          <a:p>
            <a:r>
              <a:rPr lang="en-US" dirty="0"/>
              <a:t>Prepare to work on a project</a:t>
            </a:r>
          </a:p>
        </p:txBody>
      </p:sp>
      <p:pic>
        <p:nvPicPr>
          <p:cNvPr id="11" name="Picture 10">
            <a:extLst>
              <a:ext uri="{FF2B5EF4-FFF2-40B4-BE49-F238E27FC236}">
                <a16:creationId xmlns:a16="http://schemas.microsoft.com/office/drawing/2014/main" id="{484B455A-946F-3B89-92A7-0E4CEA4AE2B6}"/>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521210" y="1165413"/>
            <a:ext cx="1388153" cy="1388153"/>
          </a:xfrm>
          <a:prstGeom prst="rect">
            <a:avLst/>
          </a:prstGeom>
        </p:spPr>
      </p:pic>
      <p:sp>
        <p:nvSpPr>
          <p:cNvPr id="13" name="Can 12">
            <a:extLst>
              <a:ext uri="{FF2B5EF4-FFF2-40B4-BE49-F238E27FC236}">
                <a16:creationId xmlns:a16="http://schemas.microsoft.com/office/drawing/2014/main" id="{A00AFE6C-7802-D969-8643-954EDC752D60}"/>
              </a:ext>
            </a:extLst>
          </p:cNvPr>
          <p:cNvSpPr/>
          <p:nvPr/>
        </p:nvSpPr>
        <p:spPr>
          <a:xfrm>
            <a:off x="2768145" y="2083213"/>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Project</a:t>
            </a:r>
            <a:br>
              <a:rPr lang="en-US" dirty="0"/>
            </a:br>
            <a:r>
              <a:rPr lang="en-US" dirty="0"/>
              <a:t>(Upstream)</a:t>
            </a:r>
          </a:p>
        </p:txBody>
      </p:sp>
      <p:sp>
        <p:nvSpPr>
          <p:cNvPr id="5" name="Can 4">
            <a:extLst>
              <a:ext uri="{FF2B5EF4-FFF2-40B4-BE49-F238E27FC236}">
                <a16:creationId xmlns:a16="http://schemas.microsoft.com/office/drawing/2014/main" id="{99EDC9FB-E58B-4BEB-D1A2-B7B13860EE17}"/>
              </a:ext>
            </a:extLst>
          </p:cNvPr>
          <p:cNvSpPr/>
          <p:nvPr/>
        </p:nvSpPr>
        <p:spPr>
          <a:xfrm>
            <a:off x="8458123" y="2108165"/>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Your fork</a:t>
            </a:r>
            <a:br>
              <a:rPr lang="en-US" dirty="0"/>
            </a:br>
            <a:r>
              <a:rPr lang="en-US" dirty="0"/>
              <a:t>(Origin)</a:t>
            </a:r>
          </a:p>
        </p:txBody>
      </p:sp>
      <p:sp>
        <p:nvSpPr>
          <p:cNvPr id="6" name="Can 5">
            <a:extLst>
              <a:ext uri="{FF2B5EF4-FFF2-40B4-BE49-F238E27FC236}">
                <a16:creationId xmlns:a16="http://schemas.microsoft.com/office/drawing/2014/main" id="{CE5C01F0-8292-2F60-26A7-15203F016FFD}"/>
              </a:ext>
            </a:extLst>
          </p:cNvPr>
          <p:cNvSpPr/>
          <p:nvPr/>
        </p:nvSpPr>
        <p:spPr>
          <a:xfrm>
            <a:off x="8483881" y="4374847"/>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Your local clone</a:t>
            </a:r>
          </a:p>
        </p:txBody>
      </p:sp>
      <p:cxnSp>
        <p:nvCxnSpPr>
          <p:cNvPr id="7" name="Straight Arrow Connector 6">
            <a:extLst>
              <a:ext uri="{FF2B5EF4-FFF2-40B4-BE49-F238E27FC236}">
                <a16:creationId xmlns:a16="http://schemas.microsoft.com/office/drawing/2014/main" id="{0720FFD4-13F2-8557-E30C-43A0B99865E3}"/>
              </a:ext>
            </a:extLst>
          </p:cNvPr>
          <p:cNvCxnSpPr/>
          <p:nvPr/>
        </p:nvCxnSpPr>
        <p:spPr>
          <a:xfrm flipH="1">
            <a:off x="4353059" y="2720991"/>
            <a:ext cx="3953814" cy="0"/>
          </a:xfrm>
          <a:prstGeom prst="straightConnector1">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Straight Arrow Connector 13">
            <a:extLst>
              <a:ext uri="{FF2B5EF4-FFF2-40B4-BE49-F238E27FC236}">
                <a16:creationId xmlns:a16="http://schemas.microsoft.com/office/drawing/2014/main" id="{BDF96276-9E3F-1866-AD0F-DA64889CC587}"/>
              </a:ext>
            </a:extLst>
          </p:cNvPr>
          <p:cNvCxnSpPr>
            <a:cxnSpLocks/>
          </p:cNvCxnSpPr>
          <p:nvPr/>
        </p:nvCxnSpPr>
        <p:spPr>
          <a:xfrm flipH="1" flipV="1">
            <a:off x="3456094" y="3048871"/>
            <a:ext cx="5002029" cy="1849700"/>
          </a:xfrm>
          <a:prstGeom prst="straightConnector1">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E2736751-6DD6-AAFC-A3FE-D5D9A4BC60D5}"/>
              </a:ext>
            </a:extLst>
          </p:cNvPr>
          <p:cNvCxnSpPr>
            <a:cxnSpLocks/>
            <a:endCxn id="6" idx="1"/>
          </p:cNvCxnSpPr>
          <p:nvPr/>
        </p:nvCxnSpPr>
        <p:spPr>
          <a:xfrm flipH="1">
            <a:off x="9217977" y="3110915"/>
            <a:ext cx="10995" cy="1263932"/>
          </a:xfrm>
          <a:prstGeom prst="straightConnector1">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21" name="Picture 20" descr="A close-up of a computer&#10;&#10;Description automatically generated">
            <a:extLst>
              <a:ext uri="{FF2B5EF4-FFF2-40B4-BE49-F238E27FC236}">
                <a16:creationId xmlns:a16="http://schemas.microsoft.com/office/drawing/2014/main" id="{17E7AAE9-92C6-3FFA-4D98-682C823A51C7}"/>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10074600" y="4269405"/>
            <a:ext cx="1569222" cy="1046148"/>
          </a:xfrm>
          <a:prstGeom prst="rect">
            <a:avLst/>
          </a:prstGeom>
        </p:spPr>
      </p:pic>
    </p:spTree>
    <p:extLst>
      <p:ext uri="{BB962C8B-B14F-4D97-AF65-F5344CB8AC3E}">
        <p14:creationId xmlns:p14="http://schemas.microsoft.com/office/powerpoint/2010/main" val="42073628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88924-2BB5-BBFC-60DD-6C98710F0492}"/>
            </a:ext>
          </a:extLst>
        </p:cNvPr>
        <p:cNvGrpSpPr/>
        <p:nvPr/>
      </p:nvGrpSpPr>
      <p:grpSpPr>
        <a:xfrm>
          <a:off x="0" y="0"/>
          <a:ext cx="0" cy="0"/>
          <a:chOff x="0" y="0"/>
          <a:chExt cx="0" cy="0"/>
        </a:xfrm>
      </p:grpSpPr>
      <p:sp>
        <p:nvSpPr>
          <p:cNvPr id="9" name="Graphic 7" descr="Cloud with solid fill">
            <a:extLst>
              <a:ext uri="{FF2B5EF4-FFF2-40B4-BE49-F238E27FC236}">
                <a16:creationId xmlns:a16="http://schemas.microsoft.com/office/drawing/2014/main" id="{FBD0F76F-8EEA-3005-5FB5-D76E829E89AC}"/>
              </a:ext>
            </a:extLst>
          </p:cNvPr>
          <p:cNvSpPr/>
          <p:nvPr/>
        </p:nvSpPr>
        <p:spPr>
          <a:xfrm>
            <a:off x="7953298" y="94684"/>
            <a:ext cx="2461846" cy="1070729"/>
          </a:xfrm>
          <a:custGeom>
            <a:avLst/>
            <a:gdLst>
              <a:gd name="connsiteX0" fmla="*/ 3167159 w 3687865"/>
              <a:gd name="connsiteY0" fmla="*/ 1045142 h 2099681"/>
              <a:gd name="connsiteX1" fmla="*/ 3123402 w 3687865"/>
              <a:gd name="connsiteY1" fmla="*/ 1045142 h 2099681"/>
              <a:gd name="connsiteX2" fmla="*/ 3123402 w 3687865"/>
              <a:gd name="connsiteY2" fmla="*/ 1045142 h 2099681"/>
              <a:gd name="connsiteX3" fmla="*/ 2847734 w 3687865"/>
              <a:gd name="connsiteY3" fmla="*/ 511308 h 2099681"/>
              <a:gd name="connsiteX4" fmla="*/ 2248265 w 3687865"/>
              <a:gd name="connsiteY4" fmla="*/ 428170 h 2099681"/>
              <a:gd name="connsiteX5" fmla="*/ 1364376 w 3687865"/>
              <a:gd name="connsiteY5" fmla="*/ 21231 h 2099681"/>
              <a:gd name="connsiteX6" fmla="*/ 760531 w 3687865"/>
              <a:gd name="connsiteY6" fmla="*/ 782600 h 2099681"/>
              <a:gd name="connsiteX7" fmla="*/ 760531 w 3687865"/>
              <a:gd name="connsiteY7" fmla="*/ 791352 h 2099681"/>
              <a:gd name="connsiteX8" fmla="*/ 130432 w 3687865"/>
              <a:gd name="connsiteY8" fmla="*/ 1045142 h 2099681"/>
              <a:gd name="connsiteX9" fmla="*/ 60421 w 3687865"/>
              <a:gd name="connsiteY9" fmla="*/ 1718997 h 2099681"/>
              <a:gd name="connsiteX10" fmla="*/ 624885 w 3687865"/>
              <a:gd name="connsiteY10" fmla="*/ 2095306 h 2099681"/>
              <a:gd name="connsiteX11" fmla="*/ 624885 w 3687865"/>
              <a:gd name="connsiteY11" fmla="*/ 2099682 h 2099681"/>
              <a:gd name="connsiteX12" fmla="*/ 3162783 w 3687865"/>
              <a:gd name="connsiteY12" fmla="*/ 2099682 h 2099681"/>
              <a:gd name="connsiteX13" fmla="*/ 3687865 w 3687865"/>
              <a:gd name="connsiteY13" fmla="*/ 1574600 h 2099681"/>
              <a:gd name="connsiteX14" fmla="*/ 3167159 w 3687865"/>
              <a:gd name="connsiteY14" fmla="*/ 1045142 h 209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7865" h="2099681">
                <a:moveTo>
                  <a:pt x="3167159" y="1045142"/>
                </a:moveTo>
                <a:cubicBezTo>
                  <a:pt x="3154032" y="1045142"/>
                  <a:pt x="3136529" y="1045142"/>
                  <a:pt x="3123402" y="1045142"/>
                </a:cubicBezTo>
                <a:cubicBezTo>
                  <a:pt x="3123402" y="1045142"/>
                  <a:pt x="3123402" y="1045142"/>
                  <a:pt x="3123402" y="1045142"/>
                </a:cubicBezTo>
                <a:cubicBezTo>
                  <a:pt x="3123402" y="830733"/>
                  <a:pt x="3018385" y="633827"/>
                  <a:pt x="2847734" y="511308"/>
                </a:cubicBezTo>
                <a:cubicBezTo>
                  <a:pt x="2672706" y="388789"/>
                  <a:pt x="2449546" y="358159"/>
                  <a:pt x="2248265" y="428170"/>
                </a:cubicBezTo>
                <a:cubicBezTo>
                  <a:pt x="2081988" y="104369"/>
                  <a:pt x="1714431" y="-61907"/>
                  <a:pt x="1364376" y="21231"/>
                </a:cubicBezTo>
                <a:cubicBezTo>
                  <a:pt x="1014321" y="104369"/>
                  <a:pt x="760531" y="419418"/>
                  <a:pt x="760531" y="782600"/>
                </a:cubicBezTo>
                <a:cubicBezTo>
                  <a:pt x="760531" y="782600"/>
                  <a:pt x="760531" y="786976"/>
                  <a:pt x="760531" y="791352"/>
                </a:cubicBezTo>
                <a:cubicBezTo>
                  <a:pt x="519868" y="751971"/>
                  <a:pt x="279205" y="852611"/>
                  <a:pt x="130432" y="1045142"/>
                </a:cubicBezTo>
                <a:cubicBezTo>
                  <a:pt x="-13966" y="1242047"/>
                  <a:pt x="-40220" y="1500213"/>
                  <a:pt x="60421" y="1718997"/>
                </a:cubicBezTo>
                <a:cubicBezTo>
                  <a:pt x="165438" y="1937782"/>
                  <a:pt x="384222" y="2082179"/>
                  <a:pt x="624885" y="2095306"/>
                </a:cubicBezTo>
                <a:lnTo>
                  <a:pt x="624885" y="2099682"/>
                </a:lnTo>
                <a:lnTo>
                  <a:pt x="3162783" y="2099682"/>
                </a:lnTo>
                <a:cubicBezTo>
                  <a:pt x="3451578" y="2099682"/>
                  <a:pt x="3687865" y="1863395"/>
                  <a:pt x="3687865" y="1574600"/>
                </a:cubicBezTo>
                <a:cubicBezTo>
                  <a:pt x="3687865" y="1285804"/>
                  <a:pt x="3455954" y="1045142"/>
                  <a:pt x="3167159" y="1045142"/>
                </a:cubicBezTo>
                <a:close/>
              </a:path>
            </a:pathLst>
          </a:custGeom>
          <a:solidFill>
            <a:srgbClr val="00B0F0"/>
          </a:solidFill>
          <a:ln w="43755" cap="flat">
            <a:noFill/>
            <a:prstDash val="solid"/>
            <a:miter/>
          </a:ln>
        </p:spPr>
        <p:txBody>
          <a:bodyPr rtlCol="0" anchor="ctr"/>
          <a:lstStyle/>
          <a:p>
            <a:endParaRPr lang="en-US" dirty="0"/>
          </a:p>
        </p:txBody>
      </p:sp>
      <p:sp>
        <p:nvSpPr>
          <p:cNvPr id="2" name="Slide Number Placeholder 1">
            <a:extLst>
              <a:ext uri="{FF2B5EF4-FFF2-40B4-BE49-F238E27FC236}">
                <a16:creationId xmlns:a16="http://schemas.microsoft.com/office/drawing/2014/main" id="{74A14202-E145-0584-591C-1C38B4B2DE79}"/>
              </a:ext>
            </a:extLst>
          </p:cNvPr>
          <p:cNvSpPr>
            <a:spLocks noGrp="1"/>
          </p:cNvSpPr>
          <p:nvPr>
            <p:ph type="sldNum" sz="quarter" idx="10"/>
          </p:nvPr>
        </p:nvSpPr>
        <p:spPr/>
        <p:txBody>
          <a:bodyPr/>
          <a:lstStyle/>
          <a:p>
            <a:fld id="{F5342A4C-1D06-4798-B51F-D5804CA03D28}" type="slidenum">
              <a:rPr lang="en-ID" smtClean="0"/>
              <a:pPr/>
              <a:t>21</a:t>
            </a:fld>
            <a:endParaRPr lang="en-ID" dirty="0"/>
          </a:p>
        </p:txBody>
      </p:sp>
      <p:sp>
        <p:nvSpPr>
          <p:cNvPr id="3" name="Footer Placeholder 2">
            <a:extLst>
              <a:ext uri="{FF2B5EF4-FFF2-40B4-BE49-F238E27FC236}">
                <a16:creationId xmlns:a16="http://schemas.microsoft.com/office/drawing/2014/main" id="{2B7E94DB-07D9-C37F-F517-E01B00253AB5}"/>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AC8ED4ED-EBB9-DD7C-348B-58A047BCF14F}"/>
              </a:ext>
            </a:extLst>
          </p:cNvPr>
          <p:cNvSpPr>
            <a:spLocks noGrp="1"/>
          </p:cNvSpPr>
          <p:nvPr>
            <p:ph type="title"/>
          </p:nvPr>
        </p:nvSpPr>
        <p:spPr/>
        <p:txBody>
          <a:bodyPr/>
          <a:lstStyle/>
          <a:p>
            <a:r>
              <a:rPr lang="en-US" dirty="0"/>
              <a:t>Activity! </a:t>
            </a:r>
            <a:r>
              <a:rPr lang="en-US" sz="4400" dirty="0"/>
              <a:t>&lt;Contributor&gt; </a:t>
            </a:r>
            <a:endParaRPr lang="en-US" dirty="0"/>
          </a:p>
        </p:txBody>
      </p:sp>
      <p:sp>
        <p:nvSpPr>
          <p:cNvPr id="14" name="TextBox 13">
            <a:extLst>
              <a:ext uri="{FF2B5EF4-FFF2-40B4-BE49-F238E27FC236}">
                <a16:creationId xmlns:a16="http://schemas.microsoft.com/office/drawing/2014/main" id="{F6D9CF2E-2F82-8301-0AFD-9281578BAB78}"/>
              </a:ext>
            </a:extLst>
          </p:cNvPr>
          <p:cNvSpPr txBox="1"/>
          <p:nvPr/>
        </p:nvSpPr>
        <p:spPr>
          <a:xfrm>
            <a:off x="946148" y="1058325"/>
            <a:ext cx="10483851" cy="584775"/>
          </a:xfrm>
          <a:prstGeom prst="rect">
            <a:avLst/>
          </a:prstGeom>
          <a:noFill/>
        </p:spPr>
        <p:txBody>
          <a:bodyPr wrap="square">
            <a:spAutoFit/>
          </a:bodyPr>
          <a:lstStyle/>
          <a:p>
            <a:r>
              <a:rPr lang="en-US" sz="3200" dirty="0"/>
              <a:t>Create new fork and clone the repo</a:t>
            </a:r>
          </a:p>
        </p:txBody>
      </p:sp>
      <p:pic>
        <p:nvPicPr>
          <p:cNvPr id="20" name="Picture 19">
            <a:extLst>
              <a:ext uri="{FF2B5EF4-FFF2-40B4-BE49-F238E27FC236}">
                <a16:creationId xmlns:a16="http://schemas.microsoft.com/office/drawing/2014/main" id="{AA268CAD-BBBD-FC2F-AB87-084D1D94C01F}"/>
              </a:ext>
            </a:extLst>
          </p:cNvPr>
          <p:cNvPicPr>
            <a:picLocks noChangeAspect="1"/>
          </p:cNvPicPr>
          <p:nvPr/>
        </p:nvPicPr>
        <p:blipFill>
          <a:blip r:embed="rId3"/>
          <a:stretch>
            <a:fillRect/>
          </a:stretch>
        </p:blipFill>
        <p:spPr>
          <a:xfrm>
            <a:off x="930292" y="1643100"/>
            <a:ext cx="10931843" cy="2964069"/>
          </a:xfrm>
          <a:prstGeom prst="rect">
            <a:avLst/>
          </a:prstGeom>
        </p:spPr>
      </p:pic>
    </p:spTree>
    <p:extLst>
      <p:ext uri="{BB962C8B-B14F-4D97-AF65-F5344CB8AC3E}">
        <p14:creationId xmlns:p14="http://schemas.microsoft.com/office/powerpoint/2010/main" val="28473002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raphic 7" descr="Cloud with solid fill">
            <a:extLst>
              <a:ext uri="{FF2B5EF4-FFF2-40B4-BE49-F238E27FC236}">
                <a16:creationId xmlns:a16="http://schemas.microsoft.com/office/drawing/2014/main" id="{6B5C8F77-50BC-1587-C012-53761C6BB069}"/>
              </a:ext>
            </a:extLst>
          </p:cNvPr>
          <p:cNvSpPr/>
          <p:nvPr/>
        </p:nvSpPr>
        <p:spPr>
          <a:xfrm>
            <a:off x="4533693" y="309034"/>
            <a:ext cx="3124614" cy="1267258"/>
          </a:xfrm>
          <a:custGeom>
            <a:avLst/>
            <a:gdLst>
              <a:gd name="connsiteX0" fmla="*/ 3167159 w 3687865"/>
              <a:gd name="connsiteY0" fmla="*/ 1045142 h 2099681"/>
              <a:gd name="connsiteX1" fmla="*/ 3123402 w 3687865"/>
              <a:gd name="connsiteY1" fmla="*/ 1045142 h 2099681"/>
              <a:gd name="connsiteX2" fmla="*/ 3123402 w 3687865"/>
              <a:gd name="connsiteY2" fmla="*/ 1045142 h 2099681"/>
              <a:gd name="connsiteX3" fmla="*/ 2847734 w 3687865"/>
              <a:gd name="connsiteY3" fmla="*/ 511308 h 2099681"/>
              <a:gd name="connsiteX4" fmla="*/ 2248265 w 3687865"/>
              <a:gd name="connsiteY4" fmla="*/ 428170 h 2099681"/>
              <a:gd name="connsiteX5" fmla="*/ 1364376 w 3687865"/>
              <a:gd name="connsiteY5" fmla="*/ 21231 h 2099681"/>
              <a:gd name="connsiteX6" fmla="*/ 760531 w 3687865"/>
              <a:gd name="connsiteY6" fmla="*/ 782600 h 2099681"/>
              <a:gd name="connsiteX7" fmla="*/ 760531 w 3687865"/>
              <a:gd name="connsiteY7" fmla="*/ 791352 h 2099681"/>
              <a:gd name="connsiteX8" fmla="*/ 130432 w 3687865"/>
              <a:gd name="connsiteY8" fmla="*/ 1045142 h 2099681"/>
              <a:gd name="connsiteX9" fmla="*/ 60421 w 3687865"/>
              <a:gd name="connsiteY9" fmla="*/ 1718997 h 2099681"/>
              <a:gd name="connsiteX10" fmla="*/ 624885 w 3687865"/>
              <a:gd name="connsiteY10" fmla="*/ 2095306 h 2099681"/>
              <a:gd name="connsiteX11" fmla="*/ 624885 w 3687865"/>
              <a:gd name="connsiteY11" fmla="*/ 2099682 h 2099681"/>
              <a:gd name="connsiteX12" fmla="*/ 3162783 w 3687865"/>
              <a:gd name="connsiteY12" fmla="*/ 2099682 h 2099681"/>
              <a:gd name="connsiteX13" fmla="*/ 3687865 w 3687865"/>
              <a:gd name="connsiteY13" fmla="*/ 1574600 h 2099681"/>
              <a:gd name="connsiteX14" fmla="*/ 3167159 w 3687865"/>
              <a:gd name="connsiteY14" fmla="*/ 1045142 h 209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7865" h="2099681">
                <a:moveTo>
                  <a:pt x="3167159" y="1045142"/>
                </a:moveTo>
                <a:cubicBezTo>
                  <a:pt x="3154032" y="1045142"/>
                  <a:pt x="3136529" y="1045142"/>
                  <a:pt x="3123402" y="1045142"/>
                </a:cubicBezTo>
                <a:cubicBezTo>
                  <a:pt x="3123402" y="1045142"/>
                  <a:pt x="3123402" y="1045142"/>
                  <a:pt x="3123402" y="1045142"/>
                </a:cubicBezTo>
                <a:cubicBezTo>
                  <a:pt x="3123402" y="830733"/>
                  <a:pt x="3018385" y="633827"/>
                  <a:pt x="2847734" y="511308"/>
                </a:cubicBezTo>
                <a:cubicBezTo>
                  <a:pt x="2672706" y="388789"/>
                  <a:pt x="2449546" y="358159"/>
                  <a:pt x="2248265" y="428170"/>
                </a:cubicBezTo>
                <a:cubicBezTo>
                  <a:pt x="2081988" y="104369"/>
                  <a:pt x="1714431" y="-61907"/>
                  <a:pt x="1364376" y="21231"/>
                </a:cubicBezTo>
                <a:cubicBezTo>
                  <a:pt x="1014321" y="104369"/>
                  <a:pt x="760531" y="419418"/>
                  <a:pt x="760531" y="782600"/>
                </a:cubicBezTo>
                <a:cubicBezTo>
                  <a:pt x="760531" y="782600"/>
                  <a:pt x="760531" y="786976"/>
                  <a:pt x="760531" y="791352"/>
                </a:cubicBezTo>
                <a:cubicBezTo>
                  <a:pt x="519868" y="751971"/>
                  <a:pt x="279205" y="852611"/>
                  <a:pt x="130432" y="1045142"/>
                </a:cubicBezTo>
                <a:cubicBezTo>
                  <a:pt x="-13966" y="1242047"/>
                  <a:pt x="-40220" y="1500213"/>
                  <a:pt x="60421" y="1718997"/>
                </a:cubicBezTo>
                <a:cubicBezTo>
                  <a:pt x="165438" y="1937782"/>
                  <a:pt x="384222" y="2082179"/>
                  <a:pt x="624885" y="2095306"/>
                </a:cubicBezTo>
                <a:lnTo>
                  <a:pt x="624885" y="2099682"/>
                </a:lnTo>
                <a:lnTo>
                  <a:pt x="3162783" y="2099682"/>
                </a:lnTo>
                <a:cubicBezTo>
                  <a:pt x="3451578" y="2099682"/>
                  <a:pt x="3687865" y="1863395"/>
                  <a:pt x="3687865" y="1574600"/>
                </a:cubicBezTo>
                <a:cubicBezTo>
                  <a:pt x="3687865" y="1285804"/>
                  <a:pt x="3455954" y="1045142"/>
                  <a:pt x="3167159" y="1045142"/>
                </a:cubicBezTo>
                <a:close/>
              </a:path>
            </a:pathLst>
          </a:custGeom>
          <a:solidFill>
            <a:srgbClr val="00B0F0"/>
          </a:solidFill>
          <a:ln w="43755" cap="flat">
            <a:noFill/>
            <a:prstDash val="solid"/>
            <a:miter/>
          </a:ln>
        </p:spPr>
        <p:txBody>
          <a:bodyPr rtlCol="0" anchor="ctr"/>
          <a:lstStyle/>
          <a:p>
            <a:endParaRPr lang="en-US" dirty="0"/>
          </a:p>
        </p:txBody>
      </p:sp>
      <p:sp>
        <p:nvSpPr>
          <p:cNvPr id="2" name="Slide Number Placeholder 1">
            <a:extLst>
              <a:ext uri="{FF2B5EF4-FFF2-40B4-BE49-F238E27FC236}">
                <a16:creationId xmlns:a16="http://schemas.microsoft.com/office/drawing/2014/main" id="{7631F239-9879-CE23-BDFB-15FEEE07B879}"/>
              </a:ext>
            </a:extLst>
          </p:cNvPr>
          <p:cNvSpPr>
            <a:spLocks noGrp="1"/>
          </p:cNvSpPr>
          <p:nvPr>
            <p:ph type="sldNum" sz="quarter" idx="10"/>
          </p:nvPr>
        </p:nvSpPr>
        <p:spPr/>
        <p:txBody>
          <a:bodyPr/>
          <a:lstStyle/>
          <a:p>
            <a:fld id="{F5342A4C-1D06-4798-B51F-D5804CA03D28}" type="slidenum">
              <a:rPr lang="en-ID" smtClean="0"/>
              <a:pPr/>
              <a:t>22</a:t>
            </a:fld>
            <a:endParaRPr lang="en-ID" dirty="0"/>
          </a:p>
        </p:txBody>
      </p:sp>
      <p:sp>
        <p:nvSpPr>
          <p:cNvPr id="3" name="Footer Placeholder 2">
            <a:extLst>
              <a:ext uri="{FF2B5EF4-FFF2-40B4-BE49-F238E27FC236}">
                <a16:creationId xmlns:a16="http://schemas.microsoft.com/office/drawing/2014/main" id="{6518D3DE-8B6F-727C-47D3-D56CD21CC3E3}"/>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37F9A8C9-83BE-5609-0B0F-FAAF049AA163}"/>
              </a:ext>
            </a:extLst>
          </p:cNvPr>
          <p:cNvSpPr>
            <a:spLocks noGrp="1"/>
          </p:cNvSpPr>
          <p:nvPr>
            <p:ph type="title"/>
          </p:nvPr>
        </p:nvSpPr>
        <p:spPr/>
        <p:txBody>
          <a:bodyPr/>
          <a:lstStyle/>
          <a:p>
            <a:r>
              <a:rPr lang="en-US" dirty="0"/>
              <a:t>Activity!</a:t>
            </a:r>
          </a:p>
        </p:txBody>
      </p:sp>
      <p:sp>
        <p:nvSpPr>
          <p:cNvPr id="14" name="TextBox 13">
            <a:extLst>
              <a:ext uri="{FF2B5EF4-FFF2-40B4-BE49-F238E27FC236}">
                <a16:creationId xmlns:a16="http://schemas.microsoft.com/office/drawing/2014/main" id="{1838D1ED-E652-7469-95FE-62D4ABB0C9D8}"/>
              </a:ext>
            </a:extLst>
          </p:cNvPr>
          <p:cNvSpPr txBox="1"/>
          <p:nvPr/>
        </p:nvSpPr>
        <p:spPr>
          <a:xfrm>
            <a:off x="946149" y="1058325"/>
            <a:ext cx="6093500" cy="584775"/>
          </a:xfrm>
          <a:prstGeom prst="rect">
            <a:avLst/>
          </a:prstGeom>
          <a:noFill/>
        </p:spPr>
        <p:txBody>
          <a:bodyPr wrap="square">
            <a:spAutoFit/>
          </a:bodyPr>
          <a:lstStyle/>
          <a:p>
            <a:r>
              <a:rPr lang="en-US" sz="3200" dirty="0"/>
              <a:t>&lt;Contributor&gt;</a:t>
            </a:r>
          </a:p>
        </p:txBody>
      </p:sp>
      <p:pic>
        <p:nvPicPr>
          <p:cNvPr id="24" name="Picture 23" descr="A screenshot of a computer&#10;&#10;Description automatically generated">
            <a:extLst>
              <a:ext uri="{FF2B5EF4-FFF2-40B4-BE49-F238E27FC236}">
                <a16:creationId xmlns:a16="http://schemas.microsoft.com/office/drawing/2014/main" id="{EE709A32-1651-CB56-042D-E9996FA21F57}"/>
              </a:ext>
            </a:extLst>
          </p:cNvPr>
          <p:cNvPicPr>
            <a:picLocks noChangeAspect="1"/>
          </p:cNvPicPr>
          <p:nvPr/>
        </p:nvPicPr>
        <p:blipFill rotWithShape="1">
          <a:blip r:embed="rId3"/>
          <a:srcRect l="7266" t="4385" r="9378" b="3535"/>
          <a:stretch/>
        </p:blipFill>
        <p:spPr>
          <a:xfrm>
            <a:off x="946149" y="1822890"/>
            <a:ext cx="7888309" cy="4185139"/>
          </a:xfrm>
          <a:prstGeom prst="rect">
            <a:avLst/>
          </a:prstGeom>
        </p:spPr>
      </p:pic>
    </p:spTree>
    <p:extLst>
      <p:ext uri="{BB962C8B-B14F-4D97-AF65-F5344CB8AC3E}">
        <p14:creationId xmlns:p14="http://schemas.microsoft.com/office/powerpoint/2010/main" val="7085501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raphic 7" descr="Cloud with solid fill">
            <a:extLst>
              <a:ext uri="{FF2B5EF4-FFF2-40B4-BE49-F238E27FC236}">
                <a16:creationId xmlns:a16="http://schemas.microsoft.com/office/drawing/2014/main" id="{6B5C8F77-50BC-1587-C012-53761C6BB069}"/>
              </a:ext>
            </a:extLst>
          </p:cNvPr>
          <p:cNvSpPr/>
          <p:nvPr/>
        </p:nvSpPr>
        <p:spPr>
          <a:xfrm>
            <a:off x="1352282" y="1914704"/>
            <a:ext cx="2492887" cy="1243302"/>
          </a:xfrm>
          <a:custGeom>
            <a:avLst/>
            <a:gdLst>
              <a:gd name="connsiteX0" fmla="*/ 3167159 w 3687865"/>
              <a:gd name="connsiteY0" fmla="*/ 1045142 h 2099681"/>
              <a:gd name="connsiteX1" fmla="*/ 3123402 w 3687865"/>
              <a:gd name="connsiteY1" fmla="*/ 1045142 h 2099681"/>
              <a:gd name="connsiteX2" fmla="*/ 3123402 w 3687865"/>
              <a:gd name="connsiteY2" fmla="*/ 1045142 h 2099681"/>
              <a:gd name="connsiteX3" fmla="*/ 2847734 w 3687865"/>
              <a:gd name="connsiteY3" fmla="*/ 511308 h 2099681"/>
              <a:gd name="connsiteX4" fmla="*/ 2248265 w 3687865"/>
              <a:gd name="connsiteY4" fmla="*/ 428170 h 2099681"/>
              <a:gd name="connsiteX5" fmla="*/ 1364376 w 3687865"/>
              <a:gd name="connsiteY5" fmla="*/ 21231 h 2099681"/>
              <a:gd name="connsiteX6" fmla="*/ 760531 w 3687865"/>
              <a:gd name="connsiteY6" fmla="*/ 782600 h 2099681"/>
              <a:gd name="connsiteX7" fmla="*/ 760531 w 3687865"/>
              <a:gd name="connsiteY7" fmla="*/ 791352 h 2099681"/>
              <a:gd name="connsiteX8" fmla="*/ 130432 w 3687865"/>
              <a:gd name="connsiteY8" fmla="*/ 1045142 h 2099681"/>
              <a:gd name="connsiteX9" fmla="*/ 60421 w 3687865"/>
              <a:gd name="connsiteY9" fmla="*/ 1718997 h 2099681"/>
              <a:gd name="connsiteX10" fmla="*/ 624885 w 3687865"/>
              <a:gd name="connsiteY10" fmla="*/ 2095306 h 2099681"/>
              <a:gd name="connsiteX11" fmla="*/ 624885 w 3687865"/>
              <a:gd name="connsiteY11" fmla="*/ 2099682 h 2099681"/>
              <a:gd name="connsiteX12" fmla="*/ 3162783 w 3687865"/>
              <a:gd name="connsiteY12" fmla="*/ 2099682 h 2099681"/>
              <a:gd name="connsiteX13" fmla="*/ 3687865 w 3687865"/>
              <a:gd name="connsiteY13" fmla="*/ 1574600 h 2099681"/>
              <a:gd name="connsiteX14" fmla="*/ 3167159 w 3687865"/>
              <a:gd name="connsiteY14" fmla="*/ 1045142 h 209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7865" h="2099681">
                <a:moveTo>
                  <a:pt x="3167159" y="1045142"/>
                </a:moveTo>
                <a:cubicBezTo>
                  <a:pt x="3154032" y="1045142"/>
                  <a:pt x="3136529" y="1045142"/>
                  <a:pt x="3123402" y="1045142"/>
                </a:cubicBezTo>
                <a:cubicBezTo>
                  <a:pt x="3123402" y="1045142"/>
                  <a:pt x="3123402" y="1045142"/>
                  <a:pt x="3123402" y="1045142"/>
                </a:cubicBezTo>
                <a:cubicBezTo>
                  <a:pt x="3123402" y="830733"/>
                  <a:pt x="3018385" y="633827"/>
                  <a:pt x="2847734" y="511308"/>
                </a:cubicBezTo>
                <a:cubicBezTo>
                  <a:pt x="2672706" y="388789"/>
                  <a:pt x="2449546" y="358159"/>
                  <a:pt x="2248265" y="428170"/>
                </a:cubicBezTo>
                <a:cubicBezTo>
                  <a:pt x="2081988" y="104369"/>
                  <a:pt x="1714431" y="-61907"/>
                  <a:pt x="1364376" y="21231"/>
                </a:cubicBezTo>
                <a:cubicBezTo>
                  <a:pt x="1014321" y="104369"/>
                  <a:pt x="760531" y="419418"/>
                  <a:pt x="760531" y="782600"/>
                </a:cubicBezTo>
                <a:cubicBezTo>
                  <a:pt x="760531" y="782600"/>
                  <a:pt x="760531" y="786976"/>
                  <a:pt x="760531" y="791352"/>
                </a:cubicBezTo>
                <a:cubicBezTo>
                  <a:pt x="519868" y="751971"/>
                  <a:pt x="279205" y="852611"/>
                  <a:pt x="130432" y="1045142"/>
                </a:cubicBezTo>
                <a:cubicBezTo>
                  <a:pt x="-13966" y="1242047"/>
                  <a:pt x="-40220" y="1500213"/>
                  <a:pt x="60421" y="1718997"/>
                </a:cubicBezTo>
                <a:cubicBezTo>
                  <a:pt x="165438" y="1937782"/>
                  <a:pt x="384222" y="2082179"/>
                  <a:pt x="624885" y="2095306"/>
                </a:cubicBezTo>
                <a:lnTo>
                  <a:pt x="624885" y="2099682"/>
                </a:lnTo>
                <a:lnTo>
                  <a:pt x="3162783" y="2099682"/>
                </a:lnTo>
                <a:cubicBezTo>
                  <a:pt x="3451578" y="2099682"/>
                  <a:pt x="3687865" y="1863395"/>
                  <a:pt x="3687865" y="1574600"/>
                </a:cubicBezTo>
                <a:cubicBezTo>
                  <a:pt x="3687865" y="1285804"/>
                  <a:pt x="3455954" y="1045142"/>
                  <a:pt x="3167159" y="1045142"/>
                </a:cubicBezTo>
                <a:close/>
              </a:path>
            </a:pathLst>
          </a:custGeom>
          <a:solidFill>
            <a:srgbClr val="00B0F0"/>
          </a:solidFill>
          <a:ln w="43755" cap="flat">
            <a:noFill/>
            <a:prstDash val="solid"/>
            <a:miter/>
          </a:ln>
        </p:spPr>
        <p:txBody>
          <a:bodyPr rtlCol="0" anchor="ctr"/>
          <a:lstStyle/>
          <a:p>
            <a:endParaRPr lang="en-US" dirty="0"/>
          </a:p>
        </p:txBody>
      </p:sp>
      <p:sp>
        <p:nvSpPr>
          <p:cNvPr id="2" name="Slide Number Placeholder 1">
            <a:extLst>
              <a:ext uri="{FF2B5EF4-FFF2-40B4-BE49-F238E27FC236}">
                <a16:creationId xmlns:a16="http://schemas.microsoft.com/office/drawing/2014/main" id="{7631F239-9879-CE23-BDFB-15FEEE07B879}"/>
              </a:ext>
            </a:extLst>
          </p:cNvPr>
          <p:cNvSpPr>
            <a:spLocks noGrp="1"/>
          </p:cNvSpPr>
          <p:nvPr>
            <p:ph type="sldNum" sz="quarter" idx="10"/>
          </p:nvPr>
        </p:nvSpPr>
        <p:spPr/>
        <p:txBody>
          <a:bodyPr/>
          <a:lstStyle/>
          <a:p>
            <a:fld id="{F5342A4C-1D06-4798-B51F-D5804CA03D28}" type="slidenum">
              <a:rPr lang="en-ID" smtClean="0"/>
              <a:pPr/>
              <a:t>23</a:t>
            </a:fld>
            <a:endParaRPr lang="en-ID" dirty="0"/>
          </a:p>
        </p:txBody>
      </p:sp>
      <p:sp>
        <p:nvSpPr>
          <p:cNvPr id="3" name="Footer Placeholder 2">
            <a:extLst>
              <a:ext uri="{FF2B5EF4-FFF2-40B4-BE49-F238E27FC236}">
                <a16:creationId xmlns:a16="http://schemas.microsoft.com/office/drawing/2014/main" id="{6518D3DE-8B6F-727C-47D3-D56CD21CC3E3}"/>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37F9A8C9-83BE-5609-0B0F-FAAF049AA163}"/>
              </a:ext>
            </a:extLst>
          </p:cNvPr>
          <p:cNvSpPr>
            <a:spLocks noGrp="1"/>
          </p:cNvSpPr>
          <p:nvPr>
            <p:ph type="title"/>
          </p:nvPr>
        </p:nvSpPr>
        <p:spPr/>
        <p:txBody>
          <a:bodyPr/>
          <a:lstStyle/>
          <a:p>
            <a:r>
              <a:rPr lang="en-US" dirty="0"/>
              <a:t>Activity!</a:t>
            </a:r>
          </a:p>
        </p:txBody>
      </p:sp>
      <p:sp>
        <p:nvSpPr>
          <p:cNvPr id="14" name="TextBox 13">
            <a:extLst>
              <a:ext uri="{FF2B5EF4-FFF2-40B4-BE49-F238E27FC236}">
                <a16:creationId xmlns:a16="http://schemas.microsoft.com/office/drawing/2014/main" id="{1838D1ED-E652-7469-95FE-62D4ABB0C9D8}"/>
              </a:ext>
            </a:extLst>
          </p:cNvPr>
          <p:cNvSpPr txBox="1"/>
          <p:nvPr/>
        </p:nvSpPr>
        <p:spPr>
          <a:xfrm>
            <a:off x="946149" y="1058325"/>
            <a:ext cx="6093500" cy="584775"/>
          </a:xfrm>
          <a:prstGeom prst="rect">
            <a:avLst/>
          </a:prstGeom>
          <a:noFill/>
        </p:spPr>
        <p:txBody>
          <a:bodyPr wrap="square">
            <a:spAutoFit/>
          </a:bodyPr>
          <a:lstStyle/>
          <a:p>
            <a:r>
              <a:rPr lang="en-US" sz="3200" dirty="0"/>
              <a:t>&lt;Contributor&gt;</a:t>
            </a:r>
          </a:p>
        </p:txBody>
      </p:sp>
      <p:pic>
        <p:nvPicPr>
          <p:cNvPr id="8" name="Picture 7" descr="A screenshot of a computer&#10;&#10;Description automatically generated">
            <a:extLst>
              <a:ext uri="{FF2B5EF4-FFF2-40B4-BE49-F238E27FC236}">
                <a16:creationId xmlns:a16="http://schemas.microsoft.com/office/drawing/2014/main" id="{89100FF1-735B-21F1-B994-FE8D30C29912}"/>
              </a:ext>
            </a:extLst>
          </p:cNvPr>
          <p:cNvPicPr>
            <a:picLocks noChangeAspect="1"/>
          </p:cNvPicPr>
          <p:nvPr/>
        </p:nvPicPr>
        <p:blipFill>
          <a:blip r:embed="rId3"/>
          <a:stretch>
            <a:fillRect/>
          </a:stretch>
        </p:blipFill>
        <p:spPr>
          <a:xfrm>
            <a:off x="4474723" y="637355"/>
            <a:ext cx="7406485" cy="5911611"/>
          </a:xfrm>
          <a:prstGeom prst="rect">
            <a:avLst/>
          </a:prstGeom>
        </p:spPr>
      </p:pic>
      <p:sp>
        <p:nvSpPr>
          <p:cNvPr id="6" name="TextBox 5">
            <a:extLst>
              <a:ext uri="{FF2B5EF4-FFF2-40B4-BE49-F238E27FC236}">
                <a16:creationId xmlns:a16="http://schemas.microsoft.com/office/drawing/2014/main" id="{38BD5563-1D92-216F-513C-445241E39E0D}"/>
              </a:ext>
            </a:extLst>
          </p:cNvPr>
          <p:cNvSpPr txBox="1"/>
          <p:nvPr/>
        </p:nvSpPr>
        <p:spPr>
          <a:xfrm>
            <a:off x="683602" y="3634155"/>
            <a:ext cx="4139866" cy="646331"/>
          </a:xfrm>
          <a:prstGeom prst="rect">
            <a:avLst/>
          </a:prstGeom>
          <a:noFill/>
        </p:spPr>
        <p:txBody>
          <a:bodyPr wrap="square">
            <a:spAutoFit/>
          </a:bodyPr>
          <a:lstStyle/>
          <a:p>
            <a:r>
              <a:rPr lang="en-US" dirty="0"/>
              <a:t>Make sure you are in your fork’s page</a:t>
            </a:r>
          </a:p>
        </p:txBody>
      </p:sp>
    </p:spTree>
    <p:extLst>
      <p:ext uri="{BB962C8B-B14F-4D97-AF65-F5344CB8AC3E}">
        <p14:creationId xmlns:p14="http://schemas.microsoft.com/office/powerpoint/2010/main" val="30236831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31F239-9879-CE23-BDFB-15FEEE07B879}"/>
              </a:ext>
            </a:extLst>
          </p:cNvPr>
          <p:cNvSpPr>
            <a:spLocks noGrp="1"/>
          </p:cNvSpPr>
          <p:nvPr>
            <p:ph type="sldNum" sz="quarter" idx="10"/>
          </p:nvPr>
        </p:nvSpPr>
        <p:spPr/>
        <p:txBody>
          <a:bodyPr/>
          <a:lstStyle/>
          <a:p>
            <a:fld id="{F5342A4C-1D06-4798-B51F-D5804CA03D28}" type="slidenum">
              <a:rPr lang="en-ID" smtClean="0"/>
              <a:pPr/>
              <a:t>24</a:t>
            </a:fld>
            <a:endParaRPr lang="en-ID" dirty="0"/>
          </a:p>
        </p:txBody>
      </p:sp>
      <p:sp>
        <p:nvSpPr>
          <p:cNvPr id="3" name="Footer Placeholder 2">
            <a:extLst>
              <a:ext uri="{FF2B5EF4-FFF2-40B4-BE49-F238E27FC236}">
                <a16:creationId xmlns:a16="http://schemas.microsoft.com/office/drawing/2014/main" id="{6518D3DE-8B6F-727C-47D3-D56CD21CC3E3}"/>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37F9A8C9-83BE-5609-0B0F-FAAF049AA163}"/>
              </a:ext>
            </a:extLst>
          </p:cNvPr>
          <p:cNvSpPr>
            <a:spLocks noGrp="1"/>
          </p:cNvSpPr>
          <p:nvPr>
            <p:ph type="title"/>
          </p:nvPr>
        </p:nvSpPr>
        <p:spPr/>
        <p:txBody>
          <a:bodyPr/>
          <a:lstStyle/>
          <a:p>
            <a:r>
              <a:rPr lang="en-US" dirty="0"/>
              <a:t>Activity!</a:t>
            </a:r>
          </a:p>
        </p:txBody>
      </p:sp>
      <p:sp>
        <p:nvSpPr>
          <p:cNvPr id="14" name="TextBox 13">
            <a:extLst>
              <a:ext uri="{FF2B5EF4-FFF2-40B4-BE49-F238E27FC236}">
                <a16:creationId xmlns:a16="http://schemas.microsoft.com/office/drawing/2014/main" id="{1838D1ED-E652-7469-95FE-62D4ABB0C9D8}"/>
              </a:ext>
            </a:extLst>
          </p:cNvPr>
          <p:cNvSpPr txBox="1"/>
          <p:nvPr/>
        </p:nvSpPr>
        <p:spPr>
          <a:xfrm>
            <a:off x="946149" y="1058325"/>
            <a:ext cx="6093500" cy="584775"/>
          </a:xfrm>
          <a:prstGeom prst="rect">
            <a:avLst/>
          </a:prstGeom>
          <a:noFill/>
        </p:spPr>
        <p:txBody>
          <a:bodyPr wrap="square">
            <a:spAutoFit/>
          </a:bodyPr>
          <a:lstStyle/>
          <a:p>
            <a:r>
              <a:rPr lang="en-US" sz="3200" dirty="0"/>
              <a:t>Clone your repo</a:t>
            </a:r>
          </a:p>
        </p:txBody>
      </p:sp>
      <p:pic>
        <p:nvPicPr>
          <p:cNvPr id="11" name="Picture 10" descr="A close-up of a computer&#10;&#10;Description automatically generated">
            <a:extLst>
              <a:ext uri="{FF2B5EF4-FFF2-40B4-BE49-F238E27FC236}">
                <a16:creationId xmlns:a16="http://schemas.microsoft.com/office/drawing/2014/main" id="{80787308-9431-2841-3E50-DD11379B95AD}"/>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614130" y="100883"/>
            <a:ext cx="1695016" cy="1130011"/>
          </a:xfrm>
          <a:prstGeom prst="rect">
            <a:avLst/>
          </a:prstGeom>
        </p:spPr>
      </p:pic>
      <p:sp>
        <p:nvSpPr>
          <p:cNvPr id="15" name="Can 14">
            <a:extLst>
              <a:ext uri="{FF2B5EF4-FFF2-40B4-BE49-F238E27FC236}">
                <a16:creationId xmlns:a16="http://schemas.microsoft.com/office/drawing/2014/main" id="{9DDC1369-98AD-304D-799D-9361054C725F}"/>
              </a:ext>
            </a:extLst>
          </p:cNvPr>
          <p:cNvSpPr/>
          <p:nvPr/>
        </p:nvSpPr>
        <p:spPr>
          <a:xfrm>
            <a:off x="8509397" y="421362"/>
            <a:ext cx="2236750" cy="1432704"/>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Your local clone</a:t>
            </a:r>
          </a:p>
        </p:txBody>
      </p:sp>
      <p:pic>
        <p:nvPicPr>
          <p:cNvPr id="12" name="Picture 11">
            <a:extLst>
              <a:ext uri="{FF2B5EF4-FFF2-40B4-BE49-F238E27FC236}">
                <a16:creationId xmlns:a16="http://schemas.microsoft.com/office/drawing/2014/main" id="{3270DE5F-8A10-ACC3-7D54-DAE90C92B3EB}"/>
              </a:ext>
            </a:extLst>
          </p:cNvPr>
          <p:cNvPicPr>
            <a:picLocks noChangeAspect="1"/>
          </p:cNvPicPr>
          <p:nvPr/>
        </p:nvPicPr>
        <p:blipFill>
          <a:blip r:embed="rId5"/>
          <a:stretch>
            <a:fillRect/>
          </a:stretch>
        </p:blipFill>
        <p:spPr>
          <a:xfrm>
            <a:off x="5463530" y="2761338"/>
            <a:ext cx="6350000" cy="3848100"/>
          </a:xfrm>
          <a:prstGeom prst="rect">
            <a:avLst/>
          </a:prstGeom>
        </p:spPr>
      </p:pic>
      <p:pic>
        <p:nvPicPr>
          <p:cNvPr id="16" name="Picture 15">
            <a:extLst>
              <a:ext uri="{FF2B5EF4-FFF2-40B4-BE49-F238E27FC236}">
                <a16:creationId xmlns:a16="http://schemas.microsoft.com/office/drawing/2014/main" id="{8149ABF0-0589-9593-C200-87E7D265E2BB}"/>
              </a:ext>
            </a:extLst>
          </p:cNvPr>
          <p:cNvPicPr>
            <a:picLocks noChangeAspect="1"/>
          </p:cNvPicPr>
          <p:nvPr/>
        </p:nvPicPr>
        <p:blipFill>
          <a:blip r:embed="rId6"/>
          <a:stretch>
            <a:fillRect/>
          </a:stretch>
        </p:blipFill>
        <p:spPr>
          <a:xfrm>
            <a:off x="628650" y="1923859"/>
            <a:ext cx="4940300" cy="1574800"/>
          </a:xfrm>
          <a:prstGeom prst="rect">
            <a:avLst/>
          </a:prstGeom>
        </p:spPr>
      </p:pic>
    </p:spTree>
    <p:extLst>
      <p:ext uri="{BB962C8B-B14F-4D97-AF65-F5344CB8AC3E}">
        <p14:creationId xmlns:p14="http://schemas.microsoft.com/office/powerpoint/2010/main" val="14868380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7DDAF-01B4-8CAA-D6C2-0C72CB0C10D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E2E16D-1FB8-A331-3890-DBEA42533A05}"/>
              </a:ext>
            </a:extLst>
          </p:cNvPr>
          <p:cNvSpPr>
            <a:spLocks noGrp="1"/>
          </p:cNvSpPr>
          <p:nvPr>
            <p:ph type="sldNum" sz="quarter" idx="10"/>
          </p:nvPr>
        </p:nvSpPr>
        <p:spPr/>
        <p:txBody>
          <a:bodyPr/>
          <a:lstStyle/>
          <a:p>
            <a:fld id="{F5342A4C-1D06-4798-B51F-D5804CA03D28}" type="slidenum">
              <a:rPr lang="en-ID" smtClean="0"/>
              <a:pPr/>
              <a:t>25</a:t>
            </a:fld>
            <a:endParaRPr lang="en-ID" dirty="0"/>
          </a:p>
        </p:txBody>
      </p:sp>
      <p:sp>
        <p:nvSpPr>
          <p:cNvPr id="3" name="Footer Placeholder 2">
            <a:extLst>
              <a:ext uri="{FF2B5EF4-FFF2-40B4-BE49-F238E27FC236}">
                <a16:creationId xmlns:a16="http://schemas.microsoft.com/office/drawing/2014/main" id="{D62A79AB-663A-1EA2-F09A-394A88305850}"/>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27CABCBD-2068-645F-D18E-ED6D37DC3487}"/>
              </a:ext>
            </a:extLst>
          </p:cNvPr>
          <p:cNvSpPr>
            <a:spLocks noGrp="1"/>
          </p:cNvSpPr>
          <p:nvPr>
            <p:ph type="title"/>
          </p:nvPr>
        </p:nvSpPr>
        <p:spPr/>
        <p:txBody>
          <a:bodyPr/>
          <a:lstStyle/>
          <a:p>
            <a:r>
              <a:rPr lang="en-US" dirty="0"/>
              <a:t>Activity!</a:t>
            </a:r>
          </a:p>
        </p:txBody>
      </p:sp>
      <p:sp>
        <p:nvSpPr>
          <p:cNvPr id="14" name="TextBox 13">
            <a:extLst>
              <a:ext uri="{FF2B5EF4-FFF2-40B4-BE49-F238E27FC236}">
                <a16:creationId xmlns:a16="http://schemas.microsoft.com/office/drawing/2014/main" id="{E4B6B046-4AE2-1520-64D1-6114856830D4}"/>
              </a:ext>
            </a:extLst>
          </p:cNvPr>
          <p:cNvSpPr txBox="1"/>
          <p:nvPr/>
        </p:nvSpPr>
        <p:spPr>
          <a:xfrm>
            <a:off x="946149" y="1058325"/>
            <a:ext cx="6093500" cy="584775"/>
          </a:xfrm>
          <a:prstGeom prst="rect">
            <a:avLst/>
          </a:prstGeom>
          <a:noFill/>
        </p:spPr>
        <p:txBody>
          <a:bodyPr wrap="square">
            <a:spAutoFit/>
          </a:bodyPr>
          <a:lstStyle/>
          <a:p>
            <a:r>
              <a:rPr lang="en-US" sz="3200" dirty="0"/>
              <a:t>Clone your repo</a:t>
            </a:r>
          </a:p>
        </p:txBody>
      </p:sp>
      <p:pic>
        <p:nvPicPr>
          <p:cNvPr id="11" name="Picture 10" descr="A close-up of a computer&#10;&#10;Description automatically generated">
            <a:extLst>
              <a:ext uri="{FF2B5EF4-FFF2-40B4-BE49-F238E27FC236}">
                <a16:creationId xmlns:a16="http://schemas.microsoft.com/office/drawing/2014/main" id="{E92DBB72-EDDF-B784-6D2A-9D8364ECB515}"/>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614130" y="100883"/>
            <a:ext cx="1695016" cy="1130011"/>
          </a:xfrm>
          <a:prstGeom prst="rect">
            <a:avLst/>
          </a:prstGeom>
        </p:spPr>
      </p:pic>
      <p:sp>
        <p:nvSpPr>
          <p:cNvPr id="15" name="Can 14">
            <a:extLst>
              <a:ext uri="{FF2B5EF4-FFF2-40B4-BE49-F238E27FC236}">
                <a16:creationId xmlns:a16="http://schemas.microsoft.com/office/drawing/2014/main" id="{43A9FFCB-FF43-5EBE-E98A-A2C6F2B8A011}"/>
              </a:ext>
            </a:extLst>
          </p:cNvPr>
          <p:cNvSpPr/>
          <p:nvPr/>
        </p:nvSpPr>
        <p:spPr>
          <a:xfrm>
            <a:off x="8509397" y="421362"/>
            <a:ext cx="2236750" cy="1432704"/>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Your local clone</a:t>
            </a:r>
          </a:p>
        </p:txBody>
      </p:sp>
      <p:pic>
        <p:nvPicPr>
          <p:cNvPr id="5" name="Picture 4">
            <a:extLst>
              <a:ext uri="{FF2B5EF4-FFF2-40B4-BE49-F238E27FC236}">
                <a16:creationId xmlns:a16="http://schemas.microsoft.com/office/drawing/2014/main" id="{DEB5EF0A-8413-6E3D-4255-51A2F02203F6}"/>
              </a:ext>
            </a:extLst>
          </p:cNvPr>
          <p:cNvPicPr>
            <a:picLocks noChangeAspect="1"/>
          </p:cNvPicPr>
          <p:nvPr/>
        </p:nvPicPr>
        <p:blipFill>
          <a:blip r:embed="rId5"/>
          <a:stretch>
            <a:fillRect/>
          </a:stretch>
        </p:blipFill>
        <p:spPr>
          <a:xfrm>
            <a:off x="1916332" y="2171627"/>
            <a:ext cx="7772400" cy="4377339"/>
          </a:xfrm>
          <a:prstGeom prst="rect">
            <a:avLst/>
          </a:prstGeom>
        </p:spPr>
      </p:pic>
    </p:spTree>
    <p:extLst>
      <p:ext uri="{BB962C8B-B14F-4D97-AF65-F5344CB8AC3E}">
        <p14:creationId xmlns:p14="http://schemas.microsoft.com/office/powerpoint/2010/main" val="21298301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D6735-900A-5B76-91E9-27203CE1103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CA628E-2E50-4E91-A8FE-1A6CCE82AE1B}"/>
              </a:ext>
            </a:extLst>
          </p:cNvPr>
          <p:cNvSpPr>
            <a:spLocks noGrp="1"/>
          </p:cNvSpPr>
          <p:nvPr>
            <p:ph type="sldNum" sz="quarter" idx="10"/>
          </p:nvPr>
        </p:nvSpPr>
        <p:spPr/>
        <p:txBody>
          <a:bodyPr/>
          <a:lstStyle/>
          <a:p>
            <a:fld id="{F5342A4C-1D06-4798-B51F-D5804CA03D28}" type="slidenum">
              <a:rPr lang="en-ID" smtClean="0"/>
              <a:pPr/>
              <a:t>26</a:t>
            </a:fld>
            <a:endParaRPr lang="en-ID" dirty="0"/>
          </a:p>
        </p:txBody>
      </p:sp>
      <p:sp>
        <p:nvSpPr>
          <p:cNvPr id="3" name="Footer Placeholder 2">
            <a:extLst>
              <a:ext uri="{FF2B5EF4-FFF2-40B4-BE49-F238E27FC236}">
                <a16:creationId xmlns:a16="http://schemas.microsoft.com/office/drawing/2014/main" id="{F6223B89-9B7E-3CBD-B97C-7A4C9C346A5C}"/>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12293014-CEDB-34C6-4D65-79F8D664886E}"/>
              </a:ext>
            </a:extLst>
          </p:cNvPr>
          <p:cNvSpPr>
            <a:spLocks noGrp="1"/>
          </p:cNvSpPr>
          <p:nvPr>
            <p:ph type="title"/>
          </p:nvPr>
        </p:nvSpPr>
        <p:spPr/>
        <p:txBody>
          <a:bodyPr/>
          <a:lstStyle/>
          <a:p>
            <a:r>
              <a:rPr lang="en-US" dirty="0"/>
              <a:t>Activity!</a:t>
            </a:r>
          </a:p>
        </p:txBody>
      </p:sp>
      <p:sp>
        <p:nvSpPr>
          <p:cNvPr id="14" name="TextBox 13">
            <a:extLst>
              <a:ext uri="{FF2B5EF4-FFF2-40B4-BE49-F238E27FC236}">
                <a16:creationId xmlns:a16="http://schemas.microsoft.com/office/drawing/2014/main" id="{7590CEAE-778A-6227-2C5C-2758F03E4D30}"/>
              </a:ext>
            </a:extLst>
          </p:cNvPr>
          <p:cNvSpPr txBox="1"/>
          <p:nvPr/>
        </p:nvSpPr>
        <p:spPr>
          <a:xfrm>
            <a:off x="946149" y="1058325"/>
            <a:ext cx="6093500" cy="584775"/>
          </a:xfrm>
          <a:prstGeom prst="rect">
            <a:avLst/>
          </a:prstGeom>
          <a:noFill/>
        </p:spPr>
        <p:txBody>
          <a:bodyPr wrap="square">
            <a:spAutoFit/>
          </a:bodyPr>
          <a:lstStyle/>
          <a:p>
            <a:r>
              <a:rPr lang="en-US" sz="3200" dirty="0"/>
              <a:t>Clone your repo</a:t>
            </a:r>
          </a:p>
        </p:txBody>
      </p:sp>
      <p:pic>
        <p:nvPicPr>
          <p:cNvPr id="11" name="Picture 10" descr="A close-up of a computer&#10;&#10;Description automatically generated">
            <a:extLst>
              <a:ext uri="{FF2B5EF4-FFF2-40B4-BE49-F238E27FC236}">
                <a16:creationId xmlns:a16="http://schemas.microsoft.com/office/drawing/2014/main" id="{62633283-7BB5-F957-A427-40EAB3A90573}"/>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614130" y="100883"/>
            <a:ext cx="1695016" cy="1130011"/>
          </a:xfrm>
          <a:prstGeom prst="rect">
            <a:avLst/>
          </a:prstGeom>
        </p:spPr>
      </p:pic>
      <p:sp>
        <p:nvSpPr>
          <p:cNvPr id="15" name="Can 14">
            <a:extLst>
              <a:ext uri="{FF2B5EF4-FFF2-40B4-BE49-F238E27FC236}">
                <a16:creationId xmlns:a16="http://schemas.microsoft.com/office/drawing/2014/main" id="{9DE913BF-CF9F-D58F-0A58-4E0332BBF04C}"/>
              </a:ext>
            </a:extLst>
          </p:cNvPr>
          <p:cNvSpPr/>
          <p:nvPr/>
        </p:nvSpPr>
        <p:spPr>
          <a:xfrm>
            <a:off x="8509397" y="421362"/>
            <a:ext cx="2236750" cy="1432704"/>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Your local clone</a:t>
            </a:r>
          </a:p>
        </p:txBody>
      </p:sp>
      <p:pic>
        <p:nvPicPr>
          <p:cNvPr id="7" name="Picture 6">
            <a:extLst>
              <a:ext uri="{FF2B5EF4-FFF2-40B4-BE49-F238E27FC236}">
                <a16:creationId xmlns:a16="http://schemas.microsoft.com/office/drawing/2014/main" id="{FBCDA744-A12D-1002-E261-5D8E7BDBC468}"/>
              </a:ext>
            </a:extLst>
          </p:cNvPr>
          <p:cNvPicPr>
            <a:picLocks noChangeAspect="1"/>
          </p:cNvPicPr>
          <p:nvPr/>
        </p:nvPicPr>
        <p:blipFill>
          <a:blip r:embed="rId5"/>
          <a:stretch>
            <a:fillRect/>
          </a:stretch>
        </p:blipFill>
        <p:spPr>
          <a:xfrm>
            <a:off x="2448381" y="1972476"/>
            <a:ext cx="6817539" cy="4663139"/>
          </a:xfrm>
          <a:prstGeom prst="rect">
            <a:avLst/>
          </a:prstGeom>
        </p:spPr>
      </p:pic>
    </p:spTree>
    <p:extLst>
      <p:ext uri="{BB962C8B-B14F-4D97-AF65-F5344CB8AC3E}">
        <p14:creationId xmlns:p14="http://schemas.microsoft.com/office/powerpoint/2010/main" val="28711341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31F239-9879-CE23-BDFB-15FEEE07B879}"/>
              </a:ext>
            </a:extLst>
          </p:cNvPr>
          <p:cNvSpPr>
            <a:spLocks noGrp="1"/>
          </p:cNvSpPr>
          <p:nvPr>
            <p:ph type="sldNum" sz="quarter" idx="10"/>
          </p:nvPr>
        </p:nvSpPr>
        <p:spPr/>
        <p:txBody>
          <a:bodyPr/>
          <a:lstStyle/>
          <a:p>
            <a:fld id="{F5342A4C-1D06-4798-B51F-D5804CA03D28}" type="slidenum">
              <a:rPr lang="en-ID" smtClean="0"/>
              <a:pPr/>
              <a:t>27</a:t>
            </a:fld>
            <a:endParaRPr lang="en-ID" dirty="0"/>
          </a:p>
        </p:txBody>
      </p:sp>
      <p:sp>
        <p:nvSpPr>
          <p:cNvPr id="3" name="Footer Placeholder 2">
            <a:extLst>
              <a:ext uri="{FF2B5EF4-FFF2-40B4-BE49-F238E27FC236}">
                <a16:creationId xmlns:a16="http://schemas.microsoft.com/office/drawing/2014/main" id="{6518D3DE-8B6F-727C-47D3-D56CD21CC3E3}"/>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37F9A8C9-83BE-5609-0B0F-FAAF049AA163}"/>
              </a:ext>
            </a:extLst>
          </p:cNvPr>
          <p:cNvSpPr>
            <a:spLocks noGrp="1"/>
          </p:cNvSpPr>
          <p:nvPr>
            <p:ph type="title"/>
          </p:nvPr>
        </p:nvSpPr>
        <p:spPr/>
        <p:txBody>
          <a:bodyPr/>
          <a:lstStyle/>
          <a:p>
            <a:r>
              <a:rPr lang="en-US" dirty="0"/>
              <a:t>Activity!</a:t>
            </a:r>
          </a:p>
        </p:txBody>
      </p:sp>
      <p:sp>
        <p:nvSpPr>
          <p:cNvPr id="14" name="TextBox 13">
            <a:extLst>
              <a:ext uri="{FF2B5EF4-FFF2-40B4-BE49-F238E27FC236}">
                <a16:creationId xmlns:a16="http://schemas.microsoft.com/office/drawing/2014/main" id="{1838D1ED-E652-7469-95FE-62D4ABB0C9D8}"/>
              </a:ext>
            </a:extLst>
          </p:cNvPr>
          <p:cNvSpPr txBox="1"/>
          <p:nvPr/>
        </p:nvSpPr>
        <p:spPr>
          <a:xfrm>
            <a:off x="946149" y="1058325"/>
            <a:ext cx="6093500" cy="1077218"/>
          </a:xfrm>
          <a:prstGeom prst="rect">
            <a:avLst/>
          </a:prstGeom>
          <a:noFill/>
        </p:spPr>
        <p:txBody>
          <a:bodyPr wrap="square">
            <a:spAutoFit/>
          </a:bodyPr>
          <a:lstStyle/>
          <a:p>
            <a:r>
              <a:rPr lang="en-US" sz="3200" dirty="0"/>
              <a:t>Verify Branches, upstream remote</a:t>
            </a:r>
          </a:p>
        </p:txBody>
      </p:sp>
      <p:pic>
        <p:nvPicPr>
          <p:cNvPr id="11" name="Picture 10" descr="A close-up of a computer&#10;&#10;Description automatically generated">
            <a:extLst>
              <a:ext uri="{FF2B5EF4-FFF2-40B4-BE49-F238E27FC236}">
                <a16:creationId xmlns:a16="http://schemas.microsoft.com/office/drawing/2014/main" id="{80787308-9431-2841-3E50-DD11379B95AD}"/>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528559" y="43877"/>
            <a:ext cx="1184543" cy="789695"/>
          </a:xfrm>
          <a:prstGeom prst="rect">
            <a:avLst/>
          </a:prstGeom>
        </p:spPr>
      </p:pic>
      <p:sp>
        <p:nvSpPr>
          <p:cNvPr id="15" name="Can 14">
            <a:extLst>
              <a:ext uri="{FF2B5EF4-FFF2-40B4-BE49-F238E27FC236}">
                <a16:creationId xmlns:a16="http://schemas.microsoft.com/office/drawing/2014/main" id="{9DDC1369-98AD-304D-799D-9361054C725F}"/>
              </a:ext>
            </a:extLst>
          </p:cNvPr>
          <p:cNvSpPr/>
          <p:nvPr/>
        </p:nvSpPr>
        <p:spPr>
          <a:xfrm>
            <a:off x="8904641" y="634999"/>
            <a:ext cx="2073156" cy="1189021"/>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upstream</a:t>
            </a:r>
          </a:p>
        </p:txBody>
      </p:sp>
      <p:pic>
        <p:nvPicPr>
          <p:cNvPr id="10" name="Picture 9">
            <a:extLst>
              <a:ext uri="{FF2B5EF4-FFF2-40B4-BE49-F238E27FC236}">
                <a16:creationId xmlns:a16="http://schemas.microsoft.com/office/drawing/2014/main" id="{129D57FC-707E-153B-A503-089CA8B2C68F}"/>
              </a:ext>
            </a:extLst>
          </p:cNvPr>
          <p:cNvPicPr>
            <a:picLocks noChangeAspect="1"/>
          </p:cNvPicPr>
          <p:nvPr/>
        </p:nvPicPr>
        <p:blipFill>
          <a:blip r:embed="rId5"/>
          <a:stretch>
            <a:fillRect/>
          </a:stretch>
        </p:blipFill>
        <p:spPr>
          <a:xfrm>
            <a:off x="2917262" y="2158143"/>
            <a:ext cx="6357475" cy="4409002"/>
          </a:xfrm>
          <a:prstGeom prst="rect">
            <a:avLst/>
          </a:prstGeom>
        </p:spPr>
      </p:pic>
    </p:spTree>
    <p:extLst>
      <p:ext uri="{BB962C8B-B14F-4D97-AF65-F5344CB8AC3E}">
        <p14:creationId xmlns:p14="http://schemas.microsoft.com/office/powerpoint/2010/main" val="16124611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A205B-44D9-A92D-A26A-1BC454E32899}"/>
              </a:ext>
            </a:extLst>
          </p:cNvPr>
          <p:cNvSpPr>
            <a:spLocks noGrp="1"/>
          </p:cNvSpPr>
          <p:nvPr>
            <p:ph type="title"/>
          </p:nvPr>
        </p:nvSpPr>
        <p:spPr/>
        <p:txBody>
          <a:bodyPr/>
          <a:lstStyle/>
          <a:p>
            <a:r>
              <a:rPr lang="en-US" dirty="0"/>
              <a:t>Branching Strategy</a:t>
            </a:r>
          </a:p>
        </p:txBody>
      </p:sp>
      <p:sp>
        <p:nvSpPr>
          <p:cNvPr id="3" name="Footer Placeholder 2">
            <a:extLst>
              <a:ext uri="{FF2B5EF4-FFF2-40B4-BE49-F238E27FC236}">
                <a16:creationId xmlns:a16="http://schemas.microsoft.com/office/drawing/2014/main" id="{D6E667D5-EE5B-D468-BF63-BA2EBF126C66}"/>
              </a:ext>
            </a:extLst>
          </p:cNvPr>
          <p:cNvSpPr>
            <a:spLocks noGrp="1"/>
          </p:cNvSpPr>
          <p:nvPr>
            <p:ph type="ftr" sz="quarter" idx="10"/>
          </p:nvPr>
        </p:nvSpPr>
        <p:spPr/>
        <p:txBody>
          <a:bodyPr/>
          <a:lstStyle/>
          <a:p>
            <a:r>
              <a:rPr lang="en-ID" dirty="0"/>
              <a:t>GitHub Workflow Basics</a:t>
            </a:r>
          </a:p>
        </p:txBody>
      </p:sp>
      <p:sp>
        <p:nvSpPr>
          <p:cNvPr id="4" name="Slide Number Placeholder 3">
            <a:extLst>
              <a:ext uri="{FF2B5EF4-FFF2-40B4-BE49-F238E27FC236}">
                <a16:creationId xmlns:a16="http://schemas.microsoft.com/office/drawing/2014/main" id="{5E43A7DE-BB3B-8858-041C-664A8A2AE202}"/>
              </a:ext>
            </a:extLst>
          </p:cNvPr>
          <p:cNvSpPr>
            <a:spLocks noGrp="1"/>
          </p:cNvSpPr>
          <p:nvPr>
            <p:ph type="sldNum" sz="quarter" idx="11"/>
          </p:nvPr>
        </p:nvSpPr>
        <p:spPr/>
        <p:txBody>
          <a:bodyPr/>
          <a:lstStyle/>
          <a:p>
            <a:fld id="{F5342A4C-1D06-4798-B51F-D5804CA03D28}" type="slidenum">
              <a:rPr lang="en-ID" smtClean="0"/>
              <a:pPr/>
              <a:t>28</a:t>
            </a:fld>
            <a:endParaRPr lang="en-ID" dirty="0"/>
          </a:p>
        </p:txBody>
      </p:sp>
      <p:sp>
        <p:nvSpPr>
          <p:cNvPr id="7" name="Text Placeholder 6">
            <a:extLst>
              <a:ext uri="{FF2B5EF4-FFF2-40B4-BE49-F238E27FC236}">
                <a16:creationId xmlns:a16="http://schemas.microsoft.com/office/drawing/2014/main" id="{7775B3CF-5475-092D-BA63-7EAEA8AB58A3}"/>
              </a:ext>
            </a:extLst>
          </p:cNvPr>
          <p:cNvSpPr>
            <a:spLocks noGrp="1"/>
          </p:cNvSpPr>
          <p:nvPr>
            <p:ph type="body" sz="quarter" idx="15"/>
          </p:nvPr>
        </p:nvSpPr>
        <p:spPr>
          <a:xfrm>
            <a:off x="727788" y="1165412"/>
            <a:ext cx="5595640" cy="2118963"/>
          </a:xfrm>
        </p:spPr>
        <p:txBody>
          <a:bodyPr>
            <a:noAutofit/>
          </a:bodyPr>
          <a:lstStyle/>
          <a:p>
            <a:r>
              <a:rPr lang="en-US" sz="2000" dirty="0"/>
              <a:t>Branching allows developers to work on features or fixes in isolation without affecting the main codebase. It enables parallel development, experimentation, and the creation of feature branches.</a:t>
            </a:r>
          </a:p>
        </p:txBody>
      </p:sp>
      <p:sp>
        <p:nvSpPr>
          <p:cNvPr id="8" name="Text Placeholder 7">
            <a:extLst>
              <a:ext uri="{FF2B5EF4-FFF2-40B4-BE49-F238E27FC236}">
                <a16:creationId xmlns:a16="http://schemas.microsoft.com/office/drawing/2014/main" id="{AB39A550-1D06-BDCD-9E3E-6233C2973194}"/>
              </a:ext>
            </a:extLst>
          </p:cNvPr>
          <p:cNvSpPr>
            <a:spLocks noGrp="1"/>
          </p:cNvSpPr>
          <p:nvPr>
            <p:ph type="body" sz="quarter" idx="17"/>
          </p:nvPr>
        </p:nvSpPr>
        <p:spPr>
          <a:xfrm>
            <a:off x="1050639" y="3874091"/>
            <a:ext cx="5157101" cy="2631415"/>
          </a:xfrm>
        </p:spPr>
        <p:txBody>
          <a:bodyPr>
            <a:noAutofit/>
          </a:bodyPr>
          <a:lstStyle/>
          <a:p>
            <a:pPr marL="285750" indent="-285750">
              <a:buFont typeface="Arial" panose="020B0604020202020204" pitchFamily="34" charset="0"/>
              <a:buChar char="•"/>
            </a:pPr>
            <a:r>
              <a:rPr lang="en-US" sz="2000" dirty="0"/>
              <a:t>Creating descriptive branch names, keeping branches short-lived</a:t>
            </a:r>
          </a:p>
          <a:p>
            <a:pPr marL="285750" indent="-285750">
              <a:buFont typeface="Arial" panose="020B0604020202020204" pitchFamily="34" charset="0"/>
              <a:buChar char="•"/>
            </a:pPr>
            <a:r>
              <a:rPr lang="en-US" sz="2000" dirty="0"/>
              <a:t>merging changes frequently to avoid conflicts</a:t>
            </a:r>
          </a:p>
          <a:p>
            <a:pPr marL="285750" indent="-285750">
              <a:buFont typeface="Arial" panose="020B0604020202020204" pitchFamily="34" charset="0"/>
              <a:buChar char="•"/>
            </a:pPr>
            <a:r>
              <a:rPr lang="en-US" sz="2000" dirty="0"/>
              <a:t>Having a branching strategy that aligns with the project's needs.</a:t>
            </a:r>
          </a:p>
        </p:txBody>
      </p:sp>
      <p:sp>
        <p:nvSpPr>
          <p:cNvPr id="10" name="Text Placeholder 9">
            <a:extLst>
              <a:ext uri="{FF2B5EF4-FFF2-40B4-BE49-F238E27FC236}">
                <a16:creationId xmlns:a16="http://schemas.microsoft.com/office/drawing/2014/main" id="{857FEAFA-8C3E-36F5-3AE4-4D8BEAE407DC}"/>
              </a:ext>
            </a:extLst>
          </p:cNvPr>
          <p:cNvSpPr>
            <a:spLocks noGrp="1"/>
          </p:cNvSpPr>
          <p:nvPr>
            <p:ph type="body" sz="quarter" idx="18"/>
          </p:nvPr>
        </p:nvSpPr>
        <p:spPr>
          <a:xfrm>
            <a:off x="942999" y="3463617"/>
            <a:ext cx="3777379" cy="340659"/>
          </a:xfrm>
        </p:spPr>
        <p:txBody>
          <a:bodyPr/>
          <a:lstStyle/>
          <a:p>
            <a:r>
              <a:rPr lang="en-US" sz="2000" dirty="0"/>
              <a:t>Best Practices</a:t>
            </a:r>
          </a:p>
        </p:txBody>
      </p:sp>
      <p:pic>
        <p:nvPicPr>
          <p:cNvPr id="5" name="Picture 4">
            <a:extLst>
              <a:ext uri="{FF2B5EF4-FFF2-40B4-BE49-F238E27FC236}">
                <a16:creationId xmlns:a16="http://schemas.microsoft.com/office/drawing/2014/main" id="{17D3B409-353D-4495-B0D2-BDBF23183FCE}"/>
              </a:ext>
            </a:extLst>
          </p:cNvPr>
          <p:cNvPicPr>
            <a:picLocks noChangeAspect="1"/>
          </p:cNvPicPr>
          <p:nvPr/>
        </p:nvPicPr>
        <p:blipFill>
          <a:blip r:embed="rId3"/>
          <a:stretch>
            <a:fillRect/>
          </a:stretch>
        </p:blipFill>
        <p:spPr>
          <a:xfrm>
            <a:off x="6870777" y="1102488"/>
            <a:ext cx="5157101" cy="5681311"/>
          </a:xfrm>
          <a:prstGeom prst="rect">
            <a:avLst/>
          </a:prstGeom>
        </p:spPr>
      </p:pic>
    </p:spTree>
    <p:extLst>
      <p:ext uri="{BB962C8B-B14F-4D97-AF65-F5344CB8AC3E}">
        <p14:creationId xmlns:p14="http://schemas.microsoft.com/office/powerpoint/2010/main" val="24225737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2DE9C-7D6E-0545-3EF9-49A1E8DD4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7A25DD-0AA2-D900-A33A-5F38FEDF3A27}"/>
              </a:ext>
            </a:extLst>
          </p:cNvPr>
          <p:cNvSpPr>
            <a:spLocks noGrp="1"/>
          </p:cNvSpPr>
          <p:nvPr>
            <p:ph type="title"/>
          </p:nvPr>
        </p:nvSpPr>
        <p:spPr>
          <a:xfrm>
            <a:off x="946149" y="309034"/>
            <a:ext cx="10310284" cy="1261858"/>
          </a:xfrm>
        </p:spPr>
        <p:txBody>
          <a:bodyPr>
            <a:normAutofit fontScale="90000"/>
          </a:bodyPr>
          <a:lstStyle/>
          <a:p>
            <a:r>
              <a:rPr lang="en-US" dirty="0"/>
              <a:t>Check your assignment and Create a branch</a:t>
            </a:r>
          </a:p>
        </p:txBody>
      </p:sp>
      <p:sp>
        <p:nvSpPr>
          <p:cNvPr id="3" name="Footer Placeholder 2">
            <a:extLst>
              <a:ext uri="{FF2B5EF4-FFF2-40B4-BE49-F238E27FC236}">
                <a16:creationId xmlns:a16="http://schemas.microsoft.com/office/drawing/2014/main" id="{EF1DE4BF-50F7-4CE2-F5E5-81303B26D86A}"/>
              </a:ext>
            </a:extLst>
          </p:cNvPr>
          <p:cNvSpPr>
            <a:spLocks noGrp="1"/>
          </p:cNvSpPr>
          <p:nvPr>
            <p:ph type="ftr" sz="quarter" idx="10"/>
          </p:nvPr>
        </p:nvSpPr>
        <p:spPr/>
        <p:txBody>
          <a:bodyPr/>
          <a:lstStyle/>
          <a:p>
            <a:r>
              <a:rPr lang="en-ID" dirty="0"/>
              <a:t>GitHub Workflow Basics</a:t>
            </a:r>
          </a:p>
        </p:txBody>
      </p:sp>
      <p:sp>
        <p:nvSpPr>
          <p:cNvPr id="4" name="Slide Number Placeholder 3">
            <a:extLst>
              <a:ext uri="{FF2B5EF4-FFF2-40B4-BE49-F238E27FC236}">
                <a16:creationId xmlns:a16="http://schemas.microsoft.com/office/drawing/2014/main" id="{1360B0DF-1245-63EB-3558-2E1C4373BEC6}"/>
              </a:ext>
            </a:extLst>
          </p:cNvPr>
          <p:cNvSpPr>
            <a:spLocks noGrp="1"/>
          </p:cNvSpPr>
          <p:nvPr>
            <p:ph type="sldNum" sz="quarter" idx="11"/>
          </p:nvPr>
        </p:nvSpPr>
        <p:spPr/>
        <p:txBody>
          <a:bodyPr/>
          <a:lstStyle/>
          <a:p>
            <a:fld id="{F5342A4C-1D06-4798-B51F-D5804CA03D28}" type="slidenum">
              <a:rPr lang="en-ID" smtClean="0"/>
              <a:pPr/>
              <a:t>29</a:t>
            </a:fld>
            <a:endParaRPr lang="en-ID" dirty="0"/>
          </a:p>
        </p:txBody>
      </p:sp>
      <p:pic>
        <p:nvPicPr>
          <p:cNvPr id="11" name="Picture 10">
            <a:extLst>
              <a:ext uri="{FF2B5EF4-FFF2-40B4-BE49-F238E27FC236}">
                <a16:creationId xmlns:a16="http://schemas.microsoft.com/office/drawing/2014/main" id="{8ECA21C6-1C6B-CC64-F516-093FC78BDF75}"/>
              </a:ext>
            </a:extLst>
          </p:cNvPr>
          <p:cNvPicPr>
            <a:picLocks noChangeAspect="1"/>
          </p:cNvPicPr>
          <p:nvPr/>
        </p:nvPicPr>
        <p:blipFill>
          <a:blip r:embed="rId3"/>
          <a:stretch>
            <a:fillRect/>
          </a:stretch>
        </p:blipFill>
        <p:spPr>
          <a:xfrm>
            <a:off x="946149" y="1869546"/>
            <a:ext cx="4622800" cy="2362200"/>
          </a:xfrm>
          <a:prstGeom prst="rect">
            <a:avLst/>
          </a:prstGeom>
        </p:spPr>
      </p:pic>
      <p:pic>
        <p:nvPicPr>
          <p:cNvPr id="12" name="Picture 11">
            <a:extLst>
              <a:ext uri="{FF2B5EF4-FFF2-40B4-BE49-F238E27FC236}">
                <a16:creationId xmlns:a16="http://schemas.microsoft.com/office/drawing/2014/main" id="{1443BFDD-37A8-FACC-3ABD-4DE49B9B3892}"/>
              </a:ext>
            </a:extLst>
          </p:cNvPr>
          <p:cNvPicPr>
            <a:picLocks noChangeAspect="1"/>
          </p:cNvPicPr>
          <p:nvPr/>
        </p:nvPicPr>
        <p:blipFill>
          <a:blip r:embed="rId4"/>
          <a:stretch>
            <a:fillRect/>
          </a:stretch>
        </p:blipFill>
        <p:spPr>
          <a:xfrm>
            <a:off x="6096000" y="1869546"/>
            <a:ext cx="4687339" cy="3121025"/>
          </a:xfrm>
          <a:prstGeom prst="rect">
            <a:avLst/>
          </a:prstGeom>
        </p:spPr>
      </p:pic>
    </p:spTree>
    <p:extLst>
      <p:ext uri="{BB962C8B-B14F-4D97-AF65-F5344CB8AC3E}">
        <p14:creationId xmlns:p14="http://schemas.microsoft.com/office/powerpoint/2010/main" val="2220302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B563C-D431-5076-00F6-708532928A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A31353-5164-475B-D4D9-F1CB7486231F}"/>
              </a:ext>
            </a:extLst>
          </p:cNvPr>
          <p:cNvSpPr>
            <a:spLocks noGrp="1"/>
          </p:cNvSpPr>
          <p:nvPr>
            <p:ph type="title"/>
          </p:nvPr>
        </p:nvSpPr>
        <p:spPr/>
        <p:txBody>
          <a:bodyPr/>
          <a:lstStyle/>
          <a:p>
            <a:r>
              <a:rPr lang="en-US" dirty="0"/>
              <a:t>Create a branch</a:t>
            </a:r>
          </a:p>
        </p:txBody>
      </p:sp>
      <p:sp>
        <p:nvSpPr>
          <p:cNvPr id="3" name="Footer Placeholder 2">
            <a:extLst>
              <a:ext uri="{FF2B5EF4-FFF2-40B4-BE49-F238E27FC236}">
                <a16:creationId xmlns:a16="http://schemas.microsoft.com/office/drawing/2014/main" id="{435FE585-ECA0-E386-9219-24A4C502EDD4}"/>
              </a:ext>
            </a:extLst>
          </p:cNvPr>
          <p:cNvSpPr>
            <a:spLocks noGrp="1"/>
          </p:cNvSpPr>
          <p:nvPr>
            <p:ph type="ftr" sz="quarter" idx="10"/>
          </p:nvPr>
        </p:nvSpPr>
        <p:spPr/>
        <p:txBody>
          <a:bodyPr/>
          <a:lstStyle/>
          <a:p>
            <a:r>
              <a:rPr lang="en-ID" dirty="0"/>
              <a:t>GitHub Workflow Basics</a:t>
            </a:r>
          </a:p>
        </p:txBody>
      </p:sp>
      <p:sp>
        <p:nvSpPr>
          <p:cNvPr id="4" name="Slide Number Placeholder 3">
            <a:extLst>
              <a:ext uri="{FF2B5EF4-FFF2-40B4-BE49-F238E27FC236}">
                <a16:creationId xmlns:a16="http://schemas.microsoft.com/office/drawing/2014/main" id="{A9E1302F-B01F-37AE-CB19-F6F16E561F34}"/>
              </a:ext>
            </a:extLst>
          </p:cNvPr>
          <p:cNvSpPr>
            <a:spLocks noGrp="1"/>
          </p:cNvSpPr>
          <p:nvPr>
            <p:ph type="sldNum" sz="quarter" idx="11"/>
          </p:nvPr>
        </p:nvSpPr>
        <p:spPr/>
        <p:txBody>
          <a:bodyPr/>
          <a:lstStyle/>
          <a:p>
            <a:fld id="{F5342A4C-1D06-4798-B51F-D5804CA03D28}" type="slidenum">
              <a:rPr lang="en-ID" smtClean="0"/>
              <a:pPr/>
              <a:t>30</a:t>
            </a:fld>
            <a:endParaRPr lang="en-ID" dirty="0"/>
          </a:p>
        </p:txBody>
      </p:sp>
      <p:pic>
        <p:nvPicPr>
          <p:cNvPr id="5" name="Picture 4">
            <a:extLst>
              <a:ext uri="{FF2B5EF4-FFF2-40B4-BE49-F238E27FC236}">
                <a16:creationId xmlns:a16="http://schemas.microsoft.com/office/drawing/2014/main" id="{331F1E60-46A7-781C-A7B5-FE4FD334EA25}"/>
              </a:ext>
            </a:extLst>
          </p:cNvPr>
          <p:cNvPicPr>
            <a:picLocks noChangeAspect="1"/>
          </p:cNvPicPr>
          <p:nvPr/>
        </p:nvPicPr>
        <p:blipFill>
          <a:blip r:embed="rId3"/>
          <a:stretch>
            <a:fillRect/>
          </a:stretch>
        </p:blipFill>
        <p:spPr>
          <a:xfrm>
            <a:off x="1963711" y="1697258"/>
            <a:ext cx="7772400" cy="3080524"/>
          </a:xfrm>
          <a:prstGeom prst="rect">
            <a:avLst/>
          </a:prstGeom>
        </p:spPr>
      </p:pic>
    </p:spTree>
    <p:extLst>
      <p:ext uri="{BB962C8B-B14F-4D97-AF65-F5344CB8AC3E}">
        <p14:creationId xmlns:p14="http://schemas.microsoft.com/office/powerpoint/2010/main" val="26643629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9A4E2-7629-AC02-2F86-9F6B1A5BD2F4}"/>
            </a:ext>
          </a:extLst>
        </p:cNvPr>
        <p:cNvGrpSpPr/>
        <p:nvPr/>
      </p:nvGrpSpPr>
      <p:grpSpPr>
        <a:xfrm>
          <a:off x="0" y="0"/>
          <a:ext cx="0" cy="0"/>
          <a:chOff x="0" y="0"/>
          <a:chExt cx="0" cy="0"/>
        </a:xfrm>
      </p:grpSpPr>
      <p:sp>
        <p:nvSpPr>
          <p:cNvPr id="9" name="Graphic 7" descr="Cloud with solid fill">
            <a:extLst>
              <a:ext uri="{FF2B5EF4-FFF2-40B4-BE49-F238E27FC236}">
                <a16:creationId xmlns:a16="http://schemas.microsoft.com/office/drawing/2014/main" id="{66D2500C-C8F1-30C2-41E3-B7FACA316086}"/>
              </a:ext>
            </a:extLst>
          </p:cNvPr>
          <p:cNvSpPr/>
          <p:nvPr/>
        </p:nvSpPr>
        <p:spPr>
          <a:xfrm>
            <a:off x="1352282" y="1058325"/>
            <a:ext cx="10122793" cy="2099681"/>
          </a:xfrm>
          <a:custGeom>
            <a:avLst/>
            <a:gdLst>
              <a:gd name="connsiteX0" fmla="*/ 3167159 w 3687865"/>
              <a:gd name="connsiteY0" fmla="*/ 1045142 h 2099681"/>
              <a:gd name="connsiteX1" fmla="*/ 3123402 w 3687865"/>
              <a:gd name="connsiteY1" fmla="*/ 1045142 h 2099681"/>
              <a:gd name="connsiteX2" fmla="*/ 3123402 w 3687865"/>
              <a:gd name="connsiteY2" fmla="*/ 1045142 h 2099681"/>
              <a:gd name="connsiteX3" fmla="*/ 2847734 w 3687865"/>
              <a:gd name="connsiteY3" fmla="*/ 511308 h 2099681"/>
              <a:gd name="connsiteX4" fmla="*/ 2248265 w 3687865"/>
              <a:gd name="connsiteY4" fmla="*/ 428170 h 2099681"/>
              <a:gd name="connsiteX5" fmla="*/ 1364376 w 3687865"/>
              <a:gd name="connsiteY5" fmla="*/ 21231 h 2099681"/>
              <a:gd name="connsiteX6" fmla="*/ 760531 w 3687865"/>
              <a:gd name="connsiteY6" fmla="*/ 782600 h 2099681"/>
              <a:gd name="connsiteX7" fmla="*/ 760531 w 3687865"/>
              <a:gd name="connsiteY7" fmla="*/ 791352 h 2099681"/>
              <a:gd name="connsiteX8" fmla="*/ 130432 w 3687865"/>
              <a:gd name="connsiteY8" fmla="*/ 1045142 h 2099681"/>
              <a:gd name="connsiteX9" fmla="*/ 60421 w 3687865"/>
              <a:gd name="connsiteY9" fmla="*/ 1718997 h 2099681"/>
              <a:gd name="connsiteX10" fmla="*/ 624885 w 3687865"/>
              <a:gd name="connsiteY10" fmla="*/ 2095306 h 2099681"/>
              <a:gd name="connsiteX11" fmla="*/ 624885 w 3687865"/>
              <a:gd name="connsiteY11" fmla="*/ 2099682 h 2099681"/>
              <a:gd name="connsiteX12" fmla="*/ 3162783 w 3687865"/>
              <a:gd name="connsiteY12" fmla="*/ 2099682 h 2099681"/>
              <a:gd name="connsiteX13" fmla="*/ 3687865 w 3687865"/>
              <a:gd name="connsiteY13" fmla="*/ 1574600 h 2099681"/>
              <a:gd name="connsiteX14" fmla="*/ 3167159 w 3687865"/>
              <a:gd name="connsiteY14" fmla="*/ 1045142 h 209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7865" h="2099681">
                <a:moveTo>
                  <a:pt x="3167159" y="1045142"/>
                </a:moveTo>
                <a:cubicBezTo>
                  <a:pt x="3154032" y="1045142"/>
                  <a:pt x="3136529" y="1045142"/>
                  <a:pt x="3123402" y="1045142"/>
                </a:cubicBezTo>
                <a:cubicBezTo>
                  <a:pt x="3123402" y="1045142"/>
                  <a:pt x="3123402" y="1045142"/>
                  <a:pt x="3123402" y="1045142"/>
                </a:cubicBezTo>
                <a:cubicBezTo>
                  <a:pt x="3123402" y="830733"/>
                  <a:pt x="3018385" y="633827"/>
                  <a:pt x="2847734" y="511308"/>
                </a:cubicBezTo>
                <a:cubicBezTo>
                  <a:pt x="2672706" y="388789"/>
                  <a:pt x="2449546" y="358159"/>
                  <a:pt x="2248265" y="428170"/>
                </a:cubicBezTo>
                <a:cubicBezTo>
                  <a:pt x="2081988" y="104369"/>
                  <a:pt x="1714431" y="-61907"/>
                  <a:pt x="1364376" y="21231"/>
                </a:cubicBezTo>
                <a:cubicBezTo>
                  <a:pt x="1014321" y="104369"/>
                  <a:pt x="760531" y="419418"/>
                  <a:pt x="760531" y="782600"/>
                </a:cubicBezTo>
                <a:cubicBezTo>
                  <a:pt x="760531" y="782600"/>
                  <a:pt x="760531" y="786976"/>
                  <a:pt x="760531" y="791352"/>
                </a:cubicBezTo>
                <a:cubicBezTo>
                  <a:pt x="519868" y="751971"/>
                  <a:pt x="279205" y="852611"/>
                  <a:pt x="130432" y="1045142"/>
                </a:cubicBezTo>
                <a:cubicBezTo>
                  <a:pt x="-13966" y="1242047"/>
                  <a:pt x="-40220" y="1500213"/>
                  <a:pt x="60421" y="1718997"/>
                </a:cubicBezTo>
                <a:cubicBezTo>
                  <a:pt x="165438" y="1937782"/>
                  <a:pt x="384222" y="2082179"/>
                  <a:pt x="624885" y="2095306"/>
                </a:cubicBezTo>
                <a:lnTo>
                  <a:pt x="624885" y="2099682"/>
                </a:lnTo>
                <a:lnTo>
                  <a:pt x="3162783" y="2099682"/>
                </a:lnTo>
                <a:cubicBezTo>
                  <a:pt x="3451578" y="2099682"/>
                  <a:pt x="3687865" y="1863395"/>
                  <a:pt x="3687865" y="1574600"/>
                </a:cubicBezTo>
                <a:cubicBezTo>
                  <a:pt x="3687865" y="1285804"/>
                  <a:pt x="3455954" y="1045142"/>
                  <a:pt x="3167159" y="1045142"/>
                </a:cubicBezTo>
                <a:close/>
              </a:path>
            </a:pathLst>
          </a:custGeom>
          <a:solidFill>
            <a:srgbClr val="00B0F0"/>
          </a:solidFill>
          <a:ln w="43755" cap="flat">
            <a:noFill/>
            <a:prstDash val="solid"/>
            <a:miter/>
          </a:ln>
        </p:spPr>
        <p:txBody>
          <a:bodyPr rtlCol="0" anchor="ctr"/>
          <a:lstStyle/>
          <a:p>
            <a:endParaRPr lang="en-US"/>
          </a:p>
        </p:txBody>
      </p:sp>
      <p:sp>
        <p:nvSpPr>
          <p:cNvPr id="2" name="Slide Number Placeholder 1">
            <a:extLst>
              <a:ext uri="{FF2B5EF4-FFF2-40B4-BE49-F238E27FC236}">
                <a16:creationId xmlns:a16="http://schemas.microsoft.com/office/drawing/2014/main" id="{114FF43F-9399-45E4-4883-7B3806C8DECF}"/>
              </a:ext>
            </a:extLst>
          </p:cNvPr>
          <p:cNvSpPr>
            <a:spLocks noGrp="1"/>
          </p:cNvSpPr>
          <p:nvPr>
            <p:ph type="sldNum" sz="quarter" idx="10"/>
          </p:nvPr>
        </p:nvSpPr>
        <p:spPr/>
        <p:txBody>
          <a:bodyPr/>
          <a:lstStyle/>
          <a:p>
            <a:fld id="{F5342A4C-1D06-4798-B51F-D5804CA03D28}" type="slidenum">
              <a:rPr lang="en-ID" smtClean="0"/>
              <a:pPr/>
              <a:t>31</a:t>
            </a:fld>
            <a:endParaRPr lang="en-ID" dirty="0"/>
          </a:p>
        </p:txBody>
      </p:sp>
      <p:sp>
        <p:nvSpPr>
          <p:cNvPr id="3" name="Footer Placeholder 2">
            <a:extLst>
              <a:ext uri="{FF2B5EF4-FFF2-40B4-BE49-F238E27FC236}">
                <a16:creationId xmlns:a16="http://schemas.microsoft.com/office/drawing/2014/main" id="{8C00064C-B9F5-5546-85C3-6EC8905E3ADA}"/>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ED94DB23-02DB-4FBF-074E-8EB7ADD851A4}"/>
              </a:ext>
            </a:extLst>
          </p:cNvPr>
          <p:cNvSpPr>
            <a:spLocks noGrp="1"/>
          </p:cNvSpPr>
          <p:nvPr>
            <p:ph type="title"/>
          </p:nvPr>
        </p:nvSpPr>
        <p:spPr/>
        <p:txBody>
          <a:bodyPr/>
          <a:lstStyle/>
          <a:p>
            <a:r>
              <a:rPr lang="en-US" dirty="0"/>
              <a:t>Project tracker</a:t>
            </a:r>
          </a:p>
        </p:txBody>
      </p:sp>
      <p:pic>
        <p:nvPicPr>
          <p:cNvPr id="11" name="Picture 10">
            <a:extLst>
              <a:ext uri="{FF2B5EF4-FFF2-40B4-BE49-F238E27FC236}">
                <a16:creationId xmlns:a16="http://schemas.microsoft.com/office/drawing/2014/main" id="{C2F5BD02-3E1B-1BCC-4D70-2954D504DB10}"/>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521210" y="1165413"/>
            <a:ext cx="1388153" cy="1388153"/>
          </a:xfrm>
          <a:prstGeom prst="rect">
            <a:avLst/>
          </a:prstGeom>
        </p:spPr>
      </p:pic>
      <p:sp>
        <p:nvSpPr>
          <p:cNvPr id="6" name="TextBox 5">
            <a:extLst>
              <a:ext uri="{FF2B5EF4-FFF2-40B4-BE49-F238E27FC236}">
                <a16:creationId xmlns:a16="http://schemas.microsoft.com/office/drawing/2014/main" id="{64AF21D7-A2C4-E61B-26B9-6CD32B324CD2}"/>
              </a:ext>
            </a:extLst>
          </p:cNvPr>
          <p:cNvSpPr txBox="1"/>
          <p:nvPr/>
        </p:nvSpPr>
        <p:spPr>
          <a:xfrm>
            <a:off x="2220685" y="3156615"/>
            <a:ext cx="1451359" cy="369332"/>
          </a:xfrm>
          <a:prstGeom prst="rect">
            <a:avLst/>
          </a:prstGeom>
          <a:noFill/>
        </p:spPr>
        <p:txBody>
          <a:bodyPr wrap="none" rtlCol="0">
            <a:spAutoFit/>
          </a:bodyPr>
          <a:lstStyle/>
          <a:p>
            <a:r>
              <a:rPr lang="en-US" dirty="0"/>
              <a:t>Branch/TAG</a:t>
            </a:r>
          </a:p>
        </p:txBody>
      </p:sp>
      <p:sp>
        <p:nvSpPr>
          <p:cNvPr id="7" name="TextBox 6">
            <a:extLst>
              <a:ext uri="{FF2B5EF4-FFF2-40B4-BE49-F238E27FC236}">
                <a16:creationId xmlns:a16="http://schemas.microsoft.com/office/drawing/2014/main" id="{D5832E34-58A6-84F7-A62A-D87CFB7F4C1A}"/>
              </a:ext>
            </a:extLst>
          </p:cNvPr>
          <p:cNvSpPr txBox="1"/>
          <p:nvPr/>
        </p:nvSpPr>
        <p:spPr>
          <a:xfrm>
            <a:off x="4570309" y="3165945"/>
            <a:ext cx="950901" cy="369332"/>
          </a:xfrm>
          <a:prstGeom prst="rect">
            <a:avLst/>
          </a:prstGeom>
          <a:noFill/>
        </p:spPr>
        <p:txBody>
          <a:bodyPr wrap="none" rtlCol="0">
            <a:spAutoFit/>
          </a:bodyPr>
          <a:lstStyle/>
          <a:p>
            <a:r>
              <a:rPr lang="en-US" dirty="0"/>
              <a:t>GRAPH</a:t>
            </a:r>
          </a:p>
        </p:txBody>
      </p:sp>
      <p:sp>
        <p:nvSpPr>
          <p:cNvPr id="8" name="TextBox 7">
            <a:extLst>
              <a:ext uri="{FF2B5EF4-FFF2-40B4-BE49-F238E27FC236}">
                <a16:creationId xmlns:a16="http://schemas.microsoft.com/office/drawing/2014/main" id="{1F5464DC-F053-FDE0-904D-843DC192C184}"/>
              </a:ext>
            </a:extLst>
          </p:cNvPr>
          <p:cNvSpPr txBox="1"/>
          <p:nvPr/>
        </p:nvSpPr>
        <p:spPr>
          <a:xfrm>
            <a:off x="6799680" y="3156615"/>
            <a:ext cx="1114601" cy="369332"/>
          </a:xfrm>
          <a:prstGeom prst="rect">
            <a:avLst/>
          </a:prstGeom>
          <a:noFill/>
        </p:spPr>
        <p:txBody>
          <a:bodyPr wrap="none" rtlCol="0">
            <a:spAutoFit/>
          </a:bodyPr>
          <a:lstStyle/>
          <a:p>
            <a:r>
              <a:rPr lang="en-US" dirty="0"/>
              <a:t>COMMIT</a:t>
            </a:r>
          </a:p>
        </p:txBody>
      </p:sp>
      <p:sp>
        <p:nvSpPr>
          <p:cNvPr id="10" name="TextBox 9">
            <a:extLst>
              <a:ext uri="{FF2B5EF4-FFF2-40B4-BE49-F238E27FC236}">
                <a16:creationId xmlns:a16="http://schemas.microsoft.com/office/drawing/2014/main" id="{DE8054AB-CFAB-0143-655A-4E50F1DA770E}"/>
              </a:ext>
            </a:extLst>
          </p:cNvPr>
          <p:cNvSpPr txBox="1"/>
          <p:nvPr/>
        </p:nvSpPr>
        <p:spPr>
          <a:xfrm>
            <a:off x="9451910" y="3153306"/>
            <a:ext cx="750526" cy="369332"/>
          </a:xfrm>
          <a:prstGeom prst="rect">
            <a:avLst/>
          </a:prstGeom>
          <a:noFill/>
        </p:spPr>
        <p:txBody>
          <a:bodyPr wrap="none" rtlCol="0">
            <a:spAutoFit/>
          </a:bodyPr>
          <a:lstStyle/>
          <a:p>
            <a:r>
              <a:rPr lang="en-US" dirty="0"/>
              <a:t>USER</a:t>
            </a:r>
          </a:p>
        </p:txBody>
      </p:sp>
      <p:sp>
        <p:nvSpPr>
          <p:cNvPr id="12" name="TextBox 11">
            <a:extLst>
              <a:ext uri="{FF2B5EF4-FFF2-40B4-BE49-F238E27FC236}">
                <a16:creationId xmlns:a16="http://schemas.microsoft.com/office/drawing/2014/main" id="{2BE17FE4-ADC4-C244-7E9E-B8379F834458}"/>
              </a:ext>
            </a:extLst>
          </p:cNvPr>
          <p:cNvSpPr txBox="1"/>
          <p:nvPr/>
        </p:nvSpPr>
        <p:spPr>
          <a:xfrm>
            <a:off x="2158162" y="5505201"/>
            <a:ext cx="1564852" cy="369332"/>
          </a:xfrm>
          <a:prstGeom prst="rect">
            <a:avLst/>
          </a:prstGeom>
          <a:noFill/>
        </p:spPr>
        <p:txBody>
          <a:bodyPr wrap="none" rtlCol="0">
            <a:spAutoFit/>
          </a:bodyPr>
          <a:lstStyle/>
          <a:p>
            <a:r>
              <a:rPr lang="en-US" dirty="0"/>
              <a:t>Main/master</a:t>
            </a:r>
          </a:p>
        </p:txBody>
      </p:sp>
      <p:sp>
        <p:nvSpPr>
          <p:cNvPr id="14" name="Oval 13">
            <a:extLst>
              <a:ext uri="{FF2B5EF4-FFF2-40B4-BE49-F238E27FC236}">
                <a16:creationId xmlns:a16="http://schemas.microsoft.com/office/drawing/2014/main" id="{637255C5-728C-329B-A22B-037A659BA5BB}"/>
              </a:ext>
            </a:extLst>
          </p:cNvPr>
          <p:cNvSpPr/>
          <p:nvPr/>
        </p:nvSpPr>
        <p:spPr>
          <a:xfrm>
            <a:off x="4682061" y="4754113"/>
            <a:ext cx="447870" cy="461093"/>
          </a:xfrm>
          <a:prstGeom prst="ellipse">
            <a:avLst/>
          </a:prstGeom>
          <a:noFill/>
          <a:ln w="38100" cap="flat" cmpd="sng" algn="ctr">
            <a:solidFill>
              <a:srgbClr val="7030A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8" name="TextBox 17">
            <a:extLst>
              <a:ext uri="{FF2B5EF4-FFF2-40B4-BE49-F238E27FC236}">
                <a16:creationId xmlns:a16="http://schemas.microsoft.com/office/drawing/2014/main" id="{B4F9E8C2-26CC-9F15-CE59-060F8F00D241}"/>
              </a:ext>
            </a:extLst>
          </p:cNvPr>
          <p:cNvSpPr txBox="1"/>
          <p:nvPr/>
        </p:nvSpPr>
        <p:spPr>
          <a:xfrm>
            <a:off x="6209510" y="5505201"/>
            <a:ext cx="2643672" cy="369332"/>
          </a:xfrm>
          <a:prstGeom prst="rect">
            <a:avLst/>
          </a:prstGeom>
          <a:noFill/>
        </p:spPr>
        <p:txBody>
          <a:bodyPr wrap="none" rtlCol="0">
            <a:spAutoFit/>
          </a:bodyPr>
          <a:lstStyle/>
          <a:p>
            <a:r>
              <a:rPr lang="en-US" dirty="0"/>
              <a:t>Update on file Readme</a:t>
            </a:r>
          </a:p>
        </p:txBody>
      </p:sp>
      <p:sp>
        <p:nvSpPr>
          <p:cNvPr id="19" name="TextBox 18">
            <a:extLst>
              <a:ext uri="{FF2B5EF4-FFF2-40B4-BE49-F238E27FC236}">
                <a16:creationId xmlns:a16="http://schemas.microsoft.com/office/drawing/2014/main" id="{BAFA1CC2-8C88-119D-F495-5EC95FF34D56}"/>
              </a:ext>
            </a:extLst>
          </p:cNvPr>
          <p:cNvSpPr txBox="1"/>
          <p:nvPr/>
        </p:nvSpPr>
        <p:spPr>
          <a:xfrm>
            <a:off x="9273110" y="5505201"/>
            <a:ext cx="1353256" cy="369332"/>
          </a:xfrm>
          <a:prstGeom prst="rect">
            <a:avLst/>
          </a:prstGeom>
          <a:noFill/>
        </p:spPr>
        <p:txBody>
          <a:bodyPr wrap="none" rtlCol="0">
            <a:spAutoFit/>
          </a:bodyPr>
          <a:lstStyle/>
          <a:p>
            <a:r>
              <a:rPr lang="en-US" dirty="0"/>
              <a:t>Maintainer</a:t>
            </a:r>
          </a:p>
        </p:txBody>
      </p:sp>
      <p:cxnSp>
        <p:nvCxnSpPr>
          <p:cNvPr id="21" name="Straight Connector 20">
            <a:extLst>
              <a:ext uri="{FF2B5EF4-FFF2-40B4-BE49-F238E27FC236}">
                <a16:creationId xmlns:a16="http://schemas.microsoft.com/office/drawing/2014/main" id="{77FC8344-630D-7AF3-E5C0-83742183A063}"/>
              </a:ext>
            </a:extLst>
          </p:cNvPr>
          <p:cNvCxnSpPr/>
          <p:nvPr/>
        </p:nvCxnSpPr>
        <p:spPr>
          <a:xfrm>
            <a:off x="1978090" y="3535277"/>
            <a:ext cx="900404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CBD54105-AAF1-A4A6-8853-8E652BA4EE4D}"/>
              </a:ext>
            </a:extLst>
          </p:cNvPr>
          <p:cNvSpPr txBox="1"/>
          <p:nvPr/>
        </p:nvSpPr>
        <p:spPr>
          <a:xfrm>
            <a:off x="2158162" y="3986628"/>
            <a:ext cx="1080745" cy="369332"/>
          </a:xfrm>
          <a:prstGeom prst="rect">
            <a:avLst/>
          </a:prstGeom>
          <a:noFill/>
        </p:spPr>
        <p:txBody>
          <a:bodyPr wrap="none" rtlCol="0">
            <a:spAutoFit/>
          </a:bodyPr>
          <a:lstStyle/>
          <a:p>
            <a:r>
              <a:rPr lang="en-US" dirty="0"/>
              <a:t>Issue #1</a:t>
            </a:r>
          </a:p>
        </p:txBody>
      </p:sp>
      <p:sp>
        <p:nvSpPr>
          <p:cNvPr id="16" name="Oval 15">
            <a:extLst>
              <a:ext uri="{FF2B5EF4-FFF2-40B4-BE49-F238E27FC236}">
                <a16:creationId xmlns:a16="http://schemas.microsoft.com/office/drawing/2014/main" id="{60DE20BF-6782-8757-113B-39209896D3DA}"/>
              </a:ext>
            </a:extLst>
          </p:cNvPr>
          <p:cNvSpPr/>
          <p:nvPr/>
        </p:nvSpPr>
        <p:spPr>
          <a:xfrm>
            <a:off x="5329480" y="3934909"/>
            <a:ext cx="447870" cy="461093"/>
          </a:xfrm>
          <a:prstGeom prst="ellipse">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8A6683B4-9954-1666-DBDB-830F1F37AF04}"/>
              </a:ext>
            </a:extLst>
          </p:cNvPr>
          <p:cNvCxnSpPr>
            <a:cxnSpLocks/>
          </p:cNvCxnSpPr>
          <p:nvPr/>
        </p:nvCxnSpPr>
        <p:spPr>
          <a:xfrm flipV="1">
            <a:off x="4905996" y="3695589"/>
            <a:ext cx="0" cy="1058524"/>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urved Connector 24">
            <a:extLst>
              <a:ext uri="{FF2B5EF4-FFF2-40B4-BE49-F238E27FC236}">
                <a16:creationId xmlns:a16="http://schemas.microsoft.com/office/drawing/2014/main" id="{8BD2B008-EB21-3AF8-89C9-BFA28605BB96}"/>
              </a:ext>
            </a:extLst>
          </p:cNvPr>
          <p:cNvCxnSpPr>
            <a:stCxn id="14" idx="6"/>
            <a:endCxn id="16" idx="4"/>
          </p:cNvCxnSpPr>
          <p:nvPr/>
        </p:nvCxnSpPr>
        <p:spPr>
          <a:xfrm flipV="1">
            <a:off x="5129931" y="4396002"/>
            <a:ext cx="423484" cy="588658"/>
          </a:xfrm>
          <a:prstGeom prst="curved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872237B5-1737-183B-CF13-8A3E1575D8EE}"/>
              </a:ext>
            </a:extLst>
          </p:cNvPr>
          <p:cNvSpPr txBox="1"/>
          <p:nvPr/>
        </p:nvSpPr>
        <p:spPr>
          <a:xfrm>
            <a:off x="9232164" y="3985821"/>
            <a:ext cx="1443024" cy="369332"/>
          </a:xfrm>
          <a:prstGeom prst="rect">
            <a:avLst/>
          </a:prstGeom>
          <a:noFill/>
        </p:spPr>
        <p:txBody>
          <a:bodyPr wrap="none" rtlCol="0">
            <a:spAutoFit/>
          </a:bodyPr>
          <a:lstStyle/>
          <a:p>
            <a:r>
              <a:rPr lang="en-US" sz="1800" dirty="0"/>
              <a:t>Contributor</a:t>
            </a:r>
            <a:endParaRPr lang="en-US" dirty="0"/>
          </a:p>
        </p:txBody>
      </p:sp>
      <p:sp>
        <p:nvSpPr>
          <p:cNvPr id="23" name="Oval 22">
            <a:extLst>
              <a:ext uri="{FF2B5EF4-FFF2-40B4-BE49-F238E27FC236}">
                <a16:creationId xmlns:a16="http://schemas.microsoft.com/office/drawing/2014/main" id="{7D7DA24B-5FF9-12DD-7306-04A8652D055D}"/>
              </a:ext>
            </a:extLst>
          </p:cNvPr>
          <p:cNvSpPr/>
          <p:nvPr/>
        </p:nvSpPr>
        <p:spPr>
          <a:xfrm>
            <a:off x="4029619" y="5459321"/>
            <a:ext cx="447870" cy="461093"/>
          </a:xfrm>
          <a:prstGeom prst="ellipse">
            <a:avLst/>
          </a:prstGeom>
          <a:noFill/>
          <a:ln w="38100"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9708A065-1E91-4E38-1BE3-E556DA618537}"/>
              </a:ext>
            </a:extLst>
          </p:cNvPr>
          <p:cNvCxnSpPr>
            <a:cxnSpLocks/>
            <a:endCxn id="23" idx="4"/>
          </p:cNvCxnSpPr>
          <p:nvPr/>
        </p:nvCxnSpPr>
        <p:spPr>
          <a:xfrm flipV="1">
            <a:off x="4253554" y="5920414"/>
            <a:ext cx="0" cy="362720"/>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F88FA19-D031-28A3-E8AF-B2DB96B13FDC}"/>
              </a:ext>
            </a:extLst>
          </p:cNvPr>
          <p:cNvCxnSpPr>
            <a:cxnSpLocks/>
          </p:cNvCxnSpPr>
          <p:nvPr/>
        </p:nvCxnSpPr>
        <p:spPr>
          <a:xfrm flipV="1">
            <a:off x="4248775" y="3727938"/>
            <a:ext cx="4779" cy="1728663"/>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urved Connector 28">
            <a:extLst>
              <a:ext uri="{FF2B5EF4-FFF2-40B4-BE49-F238E27FC236}">
                <a16:creationId xmlns:a16="http://schemas.microsoft.com/office/drawing/2014/main" id="{19730A14-B79E-DA30-A4BA-7FE29FEB3531}"/>
              </a:ext>
            </a:extLst>
          </p:cNvPr>
          <p:cNvCxnSpPr>
            <a:cxnSpLocks/>
          </p:cNvCxnSpPr>
          <p:nvPr/>
        </p:nvCxnSpPr>
        <p:spPr>
          <a:xfrm flipV="1">
            <a:off x="4487293" y="5209451"/>
            <a:ext cx="418704" cy="519578"/>
          </a:xfrm>
          <a:prstGeom prst="curvedConnector2">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0D019A7C-682D-A456-5D1F-D747C04E4170}"/>
              </a:ext>
            </a:extLst>
          </p:cNvPr>
          <p:cNvSpPr/>
          <p:nvPr/>
        </p:nvSpPr>
        <p:spPr>
          <a:xfrm>
            <a:off x="4175688" y="6283134"/>
            <a:ext cx="146173" cy="160083"/>
          </a:xfrm>
          <a:prstGeom prst="ellipse">
            <a:avLst/>
          </a:prstGeom>
          <a:solidFill>
            <a:srgbClr val="92D050"/>
          </a:solidFill>
          <a:ln w="38100"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33" name="TextBox 32">
            <a:extLst>
              <a:ext uri="{FF2B5EF4-FFF2-40B4-BE49-F238E27FC236}">
                <a16:creationId xmlns:a16="http://schemas.microsoft.com/office/drawing/2014/main" id="{70CADA21-7763-1961-4F78-6990BCE55DFF}"/>
              </a:ext>
            </a:extLst>
          </p:cNvPr>
          <p:cNvSpPr txBox="1"/>
          <p:nvPr/>
        </p:nvSpPr>
        <p:spPr>
          <a:xfrm>
            <a:off x="4006071" y="6481386"/>
            <a:ext cx="481222" cy="246221"/>
          </a:xfrm>
          <a:prstGeom prst="rect">
            <a:avLst/>
          </a:prstGeom>
          <a:noFill/>
        </p:spPr>
        <p:txBody>
          <a:bodyPr wrap="none" rtlCol="0">
            <a:spAutoFit/>
          </a:bodyPr>
          <a:lstStyle/>
          <a:p>
            <a:r>
              <a:rPr lang="en-US" sz="1000" dirty="0"/>
              <a:t>Main</a:t>
            </a:r>
          </a:p>
        </p:txBody>
      </p:sp>
      <p:sp>
        <p:nvSpPr>
          <p:cNvPr id="34" name="TextBox 33">
            <a:extLst>
              <a:ext uri="{FF2B5EF4-FFF2-40B4-BE49-F238E27FC236}">
                <a16:creationId xmlns:a16="http://schemas.microsoft.com/office/drawing/2014/main" id="{1B974F90-2004-A264-1722-ED52E9051D2E}"/>
              </a:ext>
            </a:extLst>
          </p:cNvPr>
          <p:cNvSpPr txBox="1"/>
          <p:nvPr/>
        </p:nvSpPr>
        <p:spPr>
          <a:xfrm>
            <a:off x="4466694" y="6496774"/>
            <a:ext cx="830677" cy="215444"/>
          </a:xfrm>
          <a:prstGeom prst="rect">
            <a:avLst/>
          </a:prstGeom>
          <a:noFill/>
        </p:spPr>
        <p:txBody>
          <a:bodyPr wrap="none" rtlCol="0">
            <a:spAutoFit/>
          </a:bodyPr>
          <a:lstStyle/>
          <a:p>
            <a:r>
              <a:rPr lang="en-US" sz="800" dirty="0"/>
              <a:t>Development</a:t>
            </a:r>
          </a:p>
        </p:txBody>
      </p:sp>
      <p:cxnSp>
        <p:nvCxnSpPr>
          <p:cNvPr id="44" name="Straight Connector 43">
            <a:extLst>
              <a:ext uri="{FF2B5EF4-FFF2-40B4-BE49-F238E27FC236}">
                <a16:creationId xmlns:a16="http://schemas.microsoft.com/office/drawing/2014/main" id="{15BA87A9-0AA7-5401-128F-87E75752C0E2}"/>
              </a:ext>
            </a:extLst>
          </p:cNvPr>
          <p:cNvCxnSpPr>
            <a:stCxn id="14" idx="4"/>
          </p:cNvCxnSpPr>
          <p:nvPr/>
        </p:nvCxnSpPr>
        <p:spPr>
          <a:xfrm>
            <a:off x="4905996" y="5215206"/>
            <a:ext cx="0" cy="1228011"/>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B67E7218-77BA-FB71-59A1-5BC07164AC18}"/>
              </a:ext>
            </a:extLst>
          </p:cNvPr>
          <p:cNvSpPr txBox="1"/>
          <p:nvPr/>
        </p:nvSpPr>
        <p:spPr>
          <a:xfrm>
            <a:off x="2158162" y="4757031"/>
            <a:ext cx="1629164" cy="369332"/>
          </a:xfrm>
          <a:prstGeom prst="rect">
            <a:avLst/>
          </a:prstGeom>
          <a:noFill/>
        </p:spPr>
        <p:txBody>
          <a:bodyPr wrap="none" rtlCol="0">
            <a:spAutoFit/>
          </a:bodyPr>
          <a:lstStyle/>
          <a:p>
            <a:r>
              <a:rPr lang="en-US" dirty="0"/>
              <a:t>Development</a:t>
            </a:r>
          </a:p>
        </p:txBody>
      </p:sp>
      <p:sp>
        <p:nvSpPr>
          <p:cNvPr id="48" name="TextBox 47">
            <a:extLst>
              <a:ext uri="{FF2B5EF4-FFF2-40B4-BE49-F238E27FC236}">
                <a16:creationId xmlns:a16="http://schemas.microsoft.com/office/drawing/2014/main" id="{5ADDA5BA-11A1-E7CB-1ABE-EFB4ABF79FAE}"/>
              </a:ext>
            </a:extLst>
          </p:cNvPr>
          <p:cNvSpPr txBox="1"/>
          <p:nvPr/>
        </p:nvSpPr>
        <p:spPr>
          <a:xfrm>
            <a:off x="5200449" y="6481386"/>
            <a:ext cx="641522" cy="246221"/>
          </a:xfrm>
          <a:prstGeom prst="rect">
            <a:avLst/>
          </a:prstGeom>
          <a:noFill/>
        </p:spPr>
        <p:txBody>
          <a:bodyPr wrap="none" rtlCol="0">
            <a:spAutoFit/>
          </a:bodyPr>
          <a:lstStyle/>
          <a:p>
            <a:r>
              <a:rPr lang="en-US" sz="1000" dirty="0"/>
              <a:t>Feature</a:t>
            </a:r>
          </a:p>
        </p:txBody>
      </p:sp>
      <p:sp>
        <p:nvSpPr>
          <p:cNvPr id="49" name="TextBox 48">
            <a:extLst>
              <a:ext uri="{FF2B5EF4-FFF2-40B4-BE49-F238E27FC236}">
                <a16:creationId xmlns:a16="http://schemas.microsoft.com/office/drawing/2014/main" id="{E6966AF8-1E9E-F5AD-E95A-7F311970EA15}"/>
              </a:ext>
            </a:extLst>
          </p:cNvPr>
          <p:cNvSpPr txBox="1"/>
          <p:nvPr/>
        </p:nvSpPr>
        <p:spPr>
          <a:xfrm>
            <a:off x="9232164" y="4799993"/>
            <a:ext cx="1353256" cy="369332"/>
          </a:xfrm>
          <a:prstGeom prst="rect">
            <a:avLst/>
          </a:prstGeom>
          <a:noFill/>
        </p:spPr>
        <p:txBody>
          <a:bodyPr wrap="none" rtlCol="0">
            <a:spAutoFit/>
          </a:bodyPr>
          <a:lstStyle/>
          <a:p>
            <a:r>
              <a:rPr lang="en-US" dirty="0"/>
              <a:t>Maintainer</a:t>
            </a:r>
          </a:p>
        </p:txBody>
      </p:sp>
    </p:spTree>
    <p:extLst>
      <p:ext uri="{BB962C8B-B14F-4D97-AF65-F5344CB8AC3E}">
        <p14:creationId xmlns:p14="http://schemas.microsoft.com/office/powerpoint/2010/main" val="6182519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raphic 7" descr="Cloud with solid fill">
            <a:extLst>
              <a:ext uri="{FF2B5EF4-FFF2-40B4-BE49-F238E27FC236}">
                <a16:creationId xmlns:a16="http://schemas.microsoft.com/office/drawing/2014/main" id="{6B5C8F77-50BC-1587-C012-53761C6BB069}"/>
              </a:ext>
            </a:extLst>
          </p:cNvPr>
          <p:cNvSpPr/>
          <p:nvPr/>
        </p:nvSpPr>
        <p:spPr>
          <a:xfrm>
            <a:off x="1352282" y="1058325"/>
            <a:ext cx="10122793" cy="2099681"/>
          </a:xfrm>
          <a:custGeom>
            <a:avLst/>
            <a:gdLst>
              <a:gd name="connsiteX0" fmla="*/ 3167159 w 3687865"/>
              <a:gd name="connsiteY0" fmla="*/ 1045142 h 2099681"/>
              <a:gd name="connsiteX1" fmla="*/ 3123402 w 3687865"/>
              <a:gd name="connsiteY1" fmla="*/ 1045142 h 2099681"/>
              <a:gd name="connsiteX2" fmla="*/ 3123402 w 3687865"/>
              <a:gd name="connsiteY2" fmla="*/ 1045142 h 2099681"/>
              <a:gd name="connsiteX3" fmla="*/ 2847734 w 3687865"/>
              <a:gd name="connsiteY3" fmla="*/ 511308 h 2099681"/>
              <a:gd name="connsiteX4" fmla="*/ 2248265 w 3687865"/>
              <a:gd name="connsiteY4" fmla="*/ 428170 h 2099681"/>
              <a:gd name="connsiteX5" fmla="*/ 1364376 w 3687865"/>
              <a:gd name="connsiteY5" fmla="*/ 21231 h 2099681"/>
              <a:gd name="connsiteX6" fmla="*/ 760531 w 3687865"/>
              <a:gd name="connsiteY6" fmla="*/ 782600 h 2099681"/>
              <a:gd name="connsiteX7" fmla="*/ 760531 w 3687865"/>
              <a:gd name="connsiteY7" fmla="*/ 791352 h 2099681"/>
              <a:gd name="connsiteX8" fmla="*/ 130432 w 3687865"/>
              <a:gd name="connsiteY8" fmla="*/ 1045142 h 2099681"/>
              <a:gd name="connsiteX9" fmla="*/ 60421 w 3687865"/>
              <a:gd name="connsiteY9" fmla="*/ 1718997 h 2099681"/>
              <a:gd name="connsiteX10" fmla="*/ 624885 w 3687865"/>
              <a:gd name="connsiteY10" fmla="*/ 2095306 h 2099681"/>
              <a:gd name="connsiteX11" fmla="*/ 624885 w 3687865"/>
              <a:gd name="connsiteY11" fmla="*/ 2099682 h 2099681"/>
              <a:gd name="connsiteX12" fmla="*/ 3162783 w 3687865"/>
              <a:gd name="connsiteY12" fmla="*/ 2099682 h 2099681"/>
              <a:gd name="connsiteX13" fmla="*/ 3687865 w 3687865"/>
              <a:gd name="connsiteY13" fmla="*/ 1574600 h 2099681"/>
              <a:gd name="connsiteX14" fmla="*/ 3167159 w 3687865"/>
              <a:gd name="connsiteY14" fmla="*/ 1045142 h 209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7865" h="2099681">
                <a:moveTo>
                  <a:pt x="3167159" y="1045142"/>
                </a:moveTo>
                <a:cubicBezTo>
                  <a:pt x="3154032" y="1045142"/>
                  <a:pt x="3136529" y="1045142"/>
                  <a:pt x="3123402" y="1045142"/>
                </a:cubicBezTo>
                <a:cubicBezTo>
                  <a:pt x="3123402" y="1045142"/>
                  <a:pt x="3123402" y="1045142"/>
                  <a:pt x="3123402" y="1045142"/>
                </a:cubicBezTo>
                <a:cubicBezTo>
                  <a:pt x="3123402" y="830733"/>
                  <a:pt x="3018385" y="633827"/>
                  <a:pt x="2847734" y="511308"/>
                </a:cubicBezTo>
                <a:cubicBezTo>
                  <a:pt x="2672706" y="388789"/>
                  <a:pt x="2449546" y="358159"/>
                  <a:pt x="2248265" y="428170"/>
                </a:cubicBezTo>
                <a:cubicBezTo>
                  <a:pt x="2081988" y="104369"/>
                  <a:pt x="1714431" y="-61907"/>
                  <a:pt x="1364376" y="21231"/>
                </a:cubicBezTo>
                <a:cubicBezTo>
                  <a:pt x="1014321" y="104369"/>
                  <a:pt x="760531" y="419418"/>
                  <a:pt x="760531" y="782600"/>
                </a:cubicBezTo>
                <a:cubicBezTo>
                  <a:pt x="760531" y="782600"/>
                  <a:pt x="760531" y="786976"/>
                  <a:pt x="760531" y="791352"/>
                </a:cubicBezTo>
                <a:cubicBezTo>
                  <a:pt x="519868" y="751971"/>
                  <a:pt x="279205" y="852611"/>
                  <a:pt x="130432" y="1045142"/>
                </a:cubicBezTo>
                <a:cubicBezTo>
                  <a:pt x="-13966" y="1242047"/>
                  <a:pt x="-40220" y="1500213"/>
                  <a:pt x="60421" y="1718997"/>
                </a:cubicBezTo>
                <a:cubicBezTo>
                  <a:pt x="165438" y="1937782"/>
                  <a:pt x="384222" y="2082179"/>
                  <a:pt x="624885" y="2095306"/>
                </a:cubicBezTo>
                <a:lnTo>
                  <a:pt x="624885" y="2099682"/>
                </a:lnTo>
                <a:lnTo>
                  <a:pt x="3162783" y="2099682"/>
                </a:lnTo>
                <a:cubicBezTo>
                  <a:pt x="3451578" y="2099682"/>
                  <a:pt x="3687865" y="1863395"/>
                  <a:pt x="3687865" y="1574600"/>
                </a:cubicBezTo>
                <a:cubicBezTo>
                  <a:pt x="3687865" y="1285804"/>
                  <a:pt x="3455954" y="1045142"/>
                  <a:pt x="3167159" y="1045142"/>
                </a:cubicBezTo>
                <a:close/>
              </a:path>
            </a:pathLst>
          </a:custGeom>
          <a:solidFill>
            <a:srgbClr val="00B0F0"/>
          </a:solidFill>
          <a:ln w="43755" cap="flat">
            <a:noFill/>
            <a:prstDash val="solid"/>
            <a:miter/>
          </a:ln>
        </p:spPr>
        <p:txBody>
          <a:bodyPr rtlCol="0" anchor="ctr"/>
          <a:lstStyle/>
          <a:p>
            <a:endParaRPr lang="en-US" dirty="0"/>
          </a:p>
        </p:txBody>
      </p:sp>
      <p:sp>
        <p:nvSpPr>
          <p:cNvPr id="2" name="Slide Number Placeholder 1">
            <a:extLst>
              <a:ext uri="{FF2B5EF4-FFF2-40B4-BE49-F238E27FC236}">
                <a16:creationId xmlns:a16="http://schemas.microsoft.com/office/drawing/2014/main" id="{7631F239-9879-CE23-BDFB-15FEEE07B879}"/>
              </a:ext>
            </a:extLst>
          </p:cNvPr>
          <p:cNvSpPr>
            <a:spLocks noGrp="1"/>
          </p:cNvSpPr>
          <p:nvPr>
            <p:ph type="sldNum" sz="quarter" idx="10"/>
          </p:nvPr>
        </p:nvSpPr>
        <p:spPr/>
        <p:txBody>
          <a:bodyPr/>
          <a:lstStyle/>
          <a:p>
            <a:fld id="{F5342A4C-1D06-4798-B51F-D5804CA03D28}" type="slidenum">
              <a:rPr lang="en-ID" smtClean="0"/>
              <a:pPr/>
              <a:t>32</a:t>
            </a:fld>
            <a:endParaRPr lang="en-ID" dirty="0"/>
          </a:p>
        </p:txBody>
      </p:sp>
      <p:sp>
        <p:nvSpPr>
          <p:cNvPr id="3" name="Footer Placeholder 2">
            <a:extLst>
              <a:ext uri="{FF2B5EF4-FFF2-40B4-BE49-F238E27FC236}">
                <a16:creationId xmlns:a16="http://schemas.microsoft.com/office/drawing/2014/main" id="{6518D3DE-8B6F-727C-47D3-D56CD21CC3E3}"/>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37F9A8C9-83BE-5609-0B0F-FAAF049AA163}"/>
              </a:ext>
            </a:extLst>
          </p:cNvPr>
          <p:cNvSpPr>
            <a:spLocks noGrp="1"/>
          </p:cNvSpPr>
          <p:nvPr>
            <p:ph type="title"/>
          </p:nvPr>
        </p:nvSpPr>
        <p:spPr/>
        <p:txBody>
          <a:bodyPr/>
          <a:lstStyle/>
          <a:p>
            <a:r>
              <a:rPr lang="en-US" dirty="0"/>
              <a:t>Contribute a change</a:t>
            </a:r>
          </a:p>
        </p:txBody>
      </p:sp>
      <p:sp>
        <p:nvSpPr>
          <p:cNvPr id="13" name="Can 12">
            <a:extLst>
              <a:ext uri="{FF2B5EF4-FFF2-40B4-BE49-F238E27FC236}">
                <a16:creationId xmlns:a16="http://schemas.microsoft.com/office/drawing/2014/main" id="{A00AFE6C-7802-D969-8643-954EDC752D60}"/>
              </a:ext>
            </a:extLst>
          </p:cNvPr>
          <p:cNvSpPr/>
          <p:nvPr/>
        </p:nvSpPr>
        <p:spPr>
          <a:xfrm>
            <a:off x="2768145" y="2083213"/>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Project</a:t>
            </a:r>
            <a:br>
              <a:rPr lang="en-US" dirty="0"/>
            </a:br>
            <a:r>
              <a:rPr lang="en-US" dirty="0"/>
              <a:t>(Upstream)</a:t>
            </a:r>
          </a:p>
        </p:txBody>
      </p:sp>
      <p:sp>
        <p:nvSpPr>
          <p:cNvPr id="5" name="Can 4">
            <a:extLst>
              <a:ext uri="{FF2B5EF4-FFF2-40B4-BE49-F238E27FC236}">
                <a16:creationId xmlns:a16="http://schemas.microsoft.com/office/drawing/2014/main" id="{99EDC9FB-E58B-4BEB-D1A2-B7B13860EE17}"/>
              </a:ext>
            </a:extLst>
          </p:cNvPr>
          <p:cNvSpPr/>
          <p:nvPr/>
        </p:nvSpPr>
        <p:spPr>
          <a:xfrm>
            <a:off x="8458123" y="2108165"/>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Your fork</a:t>
            </a:r>
            <a:br>
              <a:rPr lang="en-US" dirty="0"/>
            </a:br>
            <a:r>
              <a:rPr lang="en-US" dirty="0"/>
              <a:t>(Origin)</a:t>
            </a:r>
          </a:p>
        </p:txBody>
      </p:sp>
      <p:sp>
        <p:nvSpPr>
          <p:cNvPr id="6" name="Can 5">
            <a:extLst>
              <a:ext uri="{FF2B5EF4-FFF2-40B4-BE49-F238E27FC236}">
                <a16:creationId xmlns:a16="http://schemas.microsoft.com/office/drawing/2014/main" id="{CE5C01F0-8292-2F60-26A7-15203F016FFD}"/>
              </a:ext>
            </a:extLst>
          </p:cNvPr>
          <p:cNvSpPr/>
          <p:nvPr/>
        </p:nvSpPr>
        <p:spPr>
          <a:xfrm>
            <a:off x="8483881" y="4374847"/>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Your local clone</a:t>
            </a:r>
          </a:p>
        </p:txBody>
      </p:sp>
      <p:pic>
        <p:nvPicPr>
          <p:cNvPr id="21" name="Picture 20">
            <a:extLst>
              <a:ext uri="{FF2B5EF4-FFF2-40B4-BE49-F238E27FC236}">
                <a16:creationId xmlns:a16="http://schemas.microsoft.com/office/drawing/2014/main" id="{7035CBAE-E3E4-7B9F-10FD-C7AEAC825790}"/>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9719944" y="4764870"/>
            <a:ext cx="1101366" cy="1101366"/>
          </a:xfrm>
          <a:prstGeom prst="rect">
            <a:avLst/>
          </a:prstGeom>
        </p:spPr>
      </p:pic>
      <p:pic>
        <p:nvPicPr>
          <p:cNvPr id="23" name="Picture 22">
            <a:extLst>
              <a:ext uri="{FF2B5EF4-FFF2-40B4-BE49-F238E27FC236}">
                <a16:creationId xmlns:a16="http://schemas.microsoft.com/office/drawing/2014/main" id="{A50CF9FC-CE8E-8602-826E-34E1DD3EEA84}"/>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9719944" y="4764870"/>
            <a:ext cx="1101366" cy="1101366"/>
          </a:xfrm>
          <a:prstGeom prst="rect">
            <a:avLst/>
          </a:prstGeom>
        </p:spPr>
      </p:pic>
      <p:cxnSp>
        <p:nvCxnSpPr>
          <p:cNvPr id="7" name="Straight Arrow Connector 6">
            <a:extLst>
              <a:ext uri="{FF2B5EF4-FFF2-40B4-BE49-F238E27FC236}">
                <a16:creationId xmlns:a16="http://schemas.microsoft.com/office/drawing/2014/main" id="{07F0A568-50E9-D205-62CE-11985CD43A7A}"/>
              </a:ext>
            </a:extLst>
          </p:cNvPr>
          <p:cNvCxnSpPr/>
          <p:nvPr/>
        </p:nvCxnSpPr>
        <p:spPr>
          <a:xfrm flipH="1">
            <a:off x="4353059" y="2720991"/>
            <a:ext cx="3953814" cy="0"/>
          </a:xfrm>
          <a:prstGeom prst="straightConnector1">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 name="Straight Arrow Connector 10">
            <a:extLst>
              <a:ext uri="{FF2B5EF4-FFF2-40B4-BE49-F238E27FC236}">
                <a16:creationId xmlns:a16="http://schemas.microsoft.com/office/drawing/2014/main" id="{146C6337-34F8-1D96-A773-FCEA07ECEF13}"/>
              </a:ext>
            </a:extLst>
          </p:cNvPr>
          <p:cNvCxnSpPr>
            <a:cxnSpLocks/>
          </p:cNvCxnSpPr>
          <p:nvPr/>
        </p:nvCxnSpPr>
        <p:spPr>
          <a:xfrm flipH="1" flipV="1">
            <a:off x="3456094" y="3048871"/>
            <a:ext cx="5002029" cy="1849700"/>
          </a:xfrm>
          <a:prstGeom prst="straightConnector1">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Straight Arrow Connector 13">
            <a:extLst>
              <a:ext uri="{FF2B5EF4-FFF2-40B4-BE49-F238E27FC236}">
                <a16:creationId xmlns:a16="http://schemas.microsoft.com/office/drawing/2014/main" id="{E4737970-F99D-51C7-6B2A-04D27D2151FE}"/>
              </a:ext>
            </a:extLst>
          </p:cNvPr>
          <p:cNvCxnSpPr>
            <a:cxnSpLocks/>
          </p:cNvCxnSpPr>
          <p:nvPr/>
        </p:nvCxnSpPr>
        <p:spPr>
          <a:xfrm flipH="1">
            <a:off x="9217977" y="3110915"/>
            <a:ext cx="10995" cy="1263932"/>
          </a:xfrm>
          <a:prstGeom prst="straightConnector1">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834912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1"/>
                                        </p:tgtEl>
                                      </p:cBhvr>
                                      <p:by x="50000" y="50000"/>
                                    </p:animScale>
                                  </p:childTnLst>
                                </p:cTn>
                              </p:par>
                            </p:childTnLst>
                          </p:cTn>
                        </p:par>
                        <p:par>
                          <p:cTn id="7" fill="hold">
                            <p:stCondLst>
                              <p:cond delay="2000"/>
                            </p:stCondLst>
                            <p:childTnLst>
                              <p:par>
                                <p:cTn id="8" presetID="1" presetClass="entr" presetSubtype="0" fill="hold" nodeType="afterEffect">
                                  <p:stCondLst>
                                    <p:cond delay="0"/>
                                  </p:stCondLst>
                                  <p:childTnLst>
                                    <p:set>
                                      <p:cBhvr>
                                        <p:cTn id="9"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raphic 7" descr="Cloud with solid fill">
            <a:extLst>
              <a:ext uri="{FF2B5EF4-FFF2-40B4-BE49-F238E27FC236}">
                <a16:creationId xmlns:a16="http://schemas.microsoft.com/office/drawing/2014/main" id="{6B5C8F77-50BC-1587-C012-53761C6BB069}"/>
              </a:ext>
            </a:extLst>
          </p:cNvPr>
          <p:cNvSpPr/>
          <p:nvPr/>
        </p:nvSpPr>
        <p:spPr>
          <a:xfrm>
            <a:off x="1352282" y="1058325"/>
            <a:ext cx="10122793" cy="2099681"/>
          </a:xfrm>
          <a:custGeom>
            <a:avLst/>
            <a:gdLst>
              <a:gd name="connsiteX0" fmla="*/ 3167159 w 3687865"/>
              <a:gd name="connsiteY0" fmla="*/ 1045142 h 2099681"/>
              <a:gd name="connsiteX1" fmla="*/ 3123402 w 3687865"/>
              <a:gd name="connsiteY1" fmla="*/ 1045142 h 2099681"/>
              <a:gd name="connsiteX2" fmla="*/ 3123402 w 3687865"/>
              <a:gd name="connsiteY2" fmla="*/ 1045142 h 2099681"/>
              <a:gd name="connsiteX3" fmla="*/ 2847734 w 3687865"/>
              <a:gd name="connsiteY3" fmla="*/ 511308 h 2099681"/>
              <a:gd name="connsiteX4" fmla="*/ 2248265 w 3687865"/>
              <a:gd name="connsiteY4" fmla="*/ 428170 h 2099681"/>
              <a:gd name="connsiteX5" fmla="*/ 1364376 w 3687865"/>
              <a:gd name="connsiteY5" fmla="*/ 21231 h 2099681"/>
              <a:gd name="connsiteX6" fmla="*/ 760531 w 3687865"/>
              <a:gd name="connsiteY6" fmla="*/ 782600 h 2099681"/>
              <a:gd name="connsiteX7" fmla="*/ 760531 w 3687865"/>
              <a:gd name="connsiteY7" fmla="*/ 791352 h 2099681"/>
              <a:gd name="connsiteX8" fmla="*/ 130432 w 3687865"/>
              <a:gd name="connsiteY8" fmla="*/ 1045142 h 2099681"/>
              <a:gd name="connsiteX9" fmla="*/ 60421 w 3687865"/>
              <a:gd name="connsiteY9" fmla="*/ 1718997 h 2099681"/>
              <a:gd name="connsiteX10" fmla="*/ 624885 w 3687865"/>
              <a:gd name="connsiteY10" fmla="*/ 2095306 h 2099681"/>
              <a:gd name="connsiteX11" fmla="*/ 624885 w 3687865"/>
              <a:gd name="connsiteY11" fmla="*/ 2099682 h 2099681"/>
              <a:gd name="connsiteX12" fmla="*/ 3162783 w 3687865"/>
              <a:gd name="connsiteY12" fmla="*/ 2099682 h 2099681"/>
              <a:gd name="connsiteX13" fmla="*/ 3687865 w 3687865"/>
              <a:gd name="connsiteY13" fmla="*/ 1574600 h 2099681"/>
              <a:gd name="connsiteX14" fmla="*/ 3167159 w 3687865"/>
              <a:gd name="connsiteY14" fmla="*/ 1045142 h 209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7865" h="2099681">
                <a:moveTo>
                  <a:pt x="3167159" y="1045142"/>
                </a:moveTo>
                <a:cubicBezTo>
                  <a:pt x="3154032" y="1045142"/>
                  <a:pt x="3136529" y="1045142"/>
                  <a:pt x="3123402" y="1045142"/>
                </a:cubicBezTo>
                <a:cubicBezTo>
                  <a:pt x="3123402" y="1045142"/>
                  <a:pt x="3123402" y="1045142"/>
                  <a:pt x="3123402" y="1045142"/>
                </a:cubicBezTo>
                <a:cubicBezTo>
                  <a:pt x="3123402" y="830733"/>
                  <a:pt x="3018385" y="633827"/>
                  <a:pt x="2847734" y="511308"/>
                </a:cubicBezTo>
                <a:cubicBezTo>
                  <a:pt x="2672706" y="388789"/>
                  <a:pt x="2449546" y="358159"/>
                  <a:pt x="2248265" y="428170"/>
                </a:cubicBezTo>
                <a:cubicBezTo>
                  <a:pt x="2081988" y="104369"/>
                  <a:pt x="1714431" y="-61907"/>
                  <a:pt x="1364376" y="21231"/>
                </a:cubicBezTo>
                <a:cubicBezTo>
                  <a:pt x="1014321" y="104369"/>
                  <a:pt x="760531" y="419418"/>
                  <a:pt x="760531" y="782600"/>
                </a:cubicBezTo>
                <a:cubicBezTo>
                  <a:pt x="760531" y="782600"/>
                  <a:pt x="760531" y="786976"/>
                  <a:pt x="760531" y="791352"/>
                </a:cubicBezTo>
                <a:cubicBezTo>
                  <a:pt x="519868" y="751971"/>
                  <a:pt x="279205" y="852611"/>
                  <a:pt x="130432" y="1045142"/>
                </a:cubicBezTo>
                <a:cubicBezTo>
                  <a:pt x="-13966" y="1242047"/>
                  <a:pt x="-40220" y="1500213"/>
                  <a:pt x="60421" y="1718997"/>
                </a:cubicBezTo>
                <a:cubicBezTo>
                  <a:pt x="165438" y="1937782"/>
                  <a:pt x="384222" y="2082179"/>
                  <a:pt x="624885" y="2095306"/>
                </a:cubicBezTo>
                <a:lnTo>
                  <a:pt x="624885" y="2099682"/>
                </a:lnTo>
                <a:lnTo>
                  <a:pt x="3162783" y="2099682"/>
                </a:lnTo>
                <a:cubicBezTo>
                  <a:pt x="3451578" y="2099682"/>
                  <a:pt x="3687865" y="1863395"/>
                  <a:pt x="3687865" y="1574600"/>
                </a:cubicBezTo>
                <a:cubicBezTo>
                  <a:pt x="3687865" y="1285804"/>
                  <a:pt x="3455954" y="1045142"/>
                  <a:pt x="3167159" y="1045142"/>
                </a:cubicBezTo>
                <a:close/>
              </a:path>
            </a:pathLst>
          </a:custGeom>
          <a:solidFill>
            <a:srgbClr val="00B0F0"/>
          </a:solidFill>
          <a:ln w="43755" cap="flat">
            <a:noFill/>
            <a:prstDash val="solid"/>
            <a:miter/>
          </a:ln>
        </p:spPr>
        <p:txBody>
          <a:bodyPr rtlCol="0" anchor="ctr"/>
          <a:lstStyle/>
          <a:p>
            <a:endParaRPr lang="en-US" dirty="0"/>
          </a:p>
        </p:txBody>
      </p:sp>
      <p:sp>
        <p:nvSpPr>
          <p:cNvPr id="2" name="Slide Number Placeholder 1">
            <a:extLst>
              <a:ext uri="{FF2B5EF4-FFF2-40B4-BE49-F238E27FC236}">
                <a16:creationId xmlns:a16="http://schemas.microsoft.com/office/drawing/2014/main" id="{7631F239-9879-CE23-BDFB-15FEEE07B879}"/>
              </a:ext>
            </a:extLst>
          </p:cNvPr>
          <p:cNvSpPr>
            <a:spLocks noGrp="1"/>
          </p:cNvSpPr>
          <p:nvPr>
            <p:ph type="sldNum" sz="quarter" idx="10"/>
          </p:nvPr>
        </p:nvSpPr>
        <p:spPr/>
        <p:txBody>
          <a:bodyPr/>
          <a:lstStyle/>
          <a:p>
            <a:fld id="{F5342A4C-1D06-4798-B51F-D5804CA03D28}" type="slidenum">
              <a:rPr lang="en-ID" smtClean="0"/>
              <a:pPr/>
              <a:t>33</a:t>
            </a:fld>
            <a:endParaRPr lang="en-ID" dirty="0"/>
          </a:p>
        </p:txBody>
      </p:sp>
      <p:sp>
        <p:nvSpPr>
          <p:cNvPr id="3" name="Footer Placeholder 2">
            <a:extLst>
              <a:ext uri="{FF2B5EF4-FFF2-40B4-BE49-F238E27FC236}">
                <a16:creationId xmlns:a16="http://schemas.microsoft.com/office/drawing/2014/main" id="{6518D3DE-8B6F-727C-47D3-D56CD21CC3E3}"/>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37F9A8C9-83BE-5609-0B0F-FAAF049AA163}"/>
              </a:ext>
            </a:extLst>
          </p:cNvPr>
          <p:cNvSpPr>
            <a:spLocks noGrp="1"/>
          </p:cNvSpPr>
          <p:nvPr>
            <p:ph type="title"/>
          </p:nvPr>
        </p:nvSpPr>
        <p:spPr/>
        <p:txBody>
          <a:bodyPr/>
          <a:lstStyle/>
          <a:p>
            <a:r>
              <a:rPr lang="en-US" dirty="0"/>
              <a:t>Contribute a change</a:t>
            </a:r>
          </a:p>
        </p:txBody>
      </p:sp>
      <p:sp>
        <p:nvSpPr>
          <p:cNvPr id="13" name="Can 12">
            <a:extLst>
              <a:ext uri="{FF2B5EF4-FFF2-40B4-BE49-F238E27FC236}">
                <a16:creationId xmlns:a16="http://schemas.microsoft.com/office/drawing/2014/main" id="{A00AFE6C-7802-D969-8643-954EDC752D60}"/>
              </a:ext>
            </a:extLst>
          </p:cNvPr>
          <p:cNvSpPr/>
          <p:nvPr/>
        </p:nvSpPr>
        <p:spPr>
          <a:xfrm>
            <a:off x="2768145" y="2083213"/>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Project</a:t>
            </a:r>
            <a:br>
              <a:rPr lang="en-US" dirty="0"/>
            </a:br>
            <a:r>
              <a:rPr lang="en-US" dirty="0"/>
              <a:t>(Upstream)</a:t>
            </a:r>
          </a:p>
        </p:txBody>
      </p:sp>
      <p:sp>
        <p:nvSpPr>
          <p:cNvPr id="5" name="Can 4">
            <a:extLst>
              <a:ext uri="{FF2B5EF4-FFF2-40B4-BE49-F238E27FC236}">
                <a16:creationId xmlns:a16="http://schemas.microsoft.com/office/drawing/2014/main" id="{99EDC9FB-E58B-4BEB-D1A2-B7B13860EE17}"/>
              </a:ext>
            </a:extLst>
          </p:cNvPr>
          <p:cNvSpPr/>
          <p:nvPr/>
        </p:nvSpPr>
        <p:spPr>
          <a:xfrm>
            <a:off x="8458123" y="2108165"/>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Your fork</a:t>
            </a:r>
            <a:br>
              <a:rPr lang="en-US" dirty="0"/>
            </a:br>
            <a:r>
              <a:rPr lang="en-US" dirty="0"/>
              <a:t>(Origin)</a:t>
            </a:r>
          </a:p>
        </p:txBody>
      </p:sp>
      <p:sp>
        <p:nvSpPr>
          <p:cNvPr id="6" name="Can 5">
            <a:extLst>
              <a:ext uri="{FF2B5EF4-FFF2-40B4-BE49-F238E27FC236}">
                <a16:creationId xmlns:a16="http://schemas.microsoft.com/office/drawing/2014/main" id="{CE5C01F0-8292-2F60-26A7-15203F016FFD}"/>
              </a:ext>
            </a:extLst>
          </p:cNvPr>
          <p:cNvSpPr/>
          <p:nvPr/>
        </p:nvSpPr>
        <p:spPr>
          <a:xfrm>
            <a:off x="8483881" y="4374847"/>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Your local clone</a:t>
            </a:r>
          </a:p>
        </p:txBody>
      </p:sp>
      <p:sp>
        <p:nvSpPr>
          <p:cNvPr id="14" name="Right Arrow 13">
            <a:extLst>
              <a:ext uri="{FF2B5EF4-FFF2-40B4-BE49-F238E27FC236}">
                <a16:creationId xmlns:a16="http://schemas.microsoft.com/office/drawing/2014/main" id="{9E845090-53BB-91A2-23E5-0985D1ED7B89}"/>
              </a:ext>
            </a:extLst>
          </p:cNvPr>
          <p:cNvSpPr/>
          <p:nvPr/>
        </p:nvSpPr>
        <p:spPr>
          <a:xfrm rot="16200000">
            <a:off x="9437346" y="3647965"/>
            <a:ext cx="1740951" cy="492858"/>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Push</a:t>
            </a:r>
          </a:p>
        </p:txBody>
      </p:sp>
      <p:pic>
        <p:nvPicPr>
          <p:cNvPr id="20" name="Picture 19">
            <a:extLst>
              <a:ext uri="{FF2B5EF4-FFF2-40B4-BE49-F238E27FC236}">
                <a16:creationId xmlns:a16="http://schemas.microsoft.com/office/drawing/2014/main" id="{A957B88E-D9BA-6A31-2C7C-974EF1D1BB6B}"/>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9879631" y="2189201"/>
            <a:ext cx="856379" cy="856379"/>
          </a:xfrm>
          <a:prstGeom prst="rect">
            <a:avLst/>
          </a:prstGeom>
        </p:spPr>
      </p:pic>
      <p:pic>
        <p:nvPicPr>
          <p:cNvPr id="22" name="Picture 21">
            <a:extLst>
              <a:ext uri="{FF2B5EF4-FFF2-40B4-BE49-F238E27FC236}">
                <a16:creationId xmlns:a16="http://schemas.microsoft.com/office/drawing/2014/main" id="{04B2A1F4-9D45-7EA3-52EA-BD193BE8CF04}"/>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9926315" y="4703725"/>
            <a:ext cx="856379" cy="856379"/>
          </a:xfrm>
          <a:prstGeom prst="rect">
            <a:avLst/>
          </a:prstGeom>
        </p:spPr>
      </p:pic>
      <p:cxnSp>
        <p:nvCxnSpPr>
          <p:cNvPr id="7" name="Straight Arrow Connector 6">
            <a:extLst>
              <a:ext uri="{FF2B5EF4-FFF2-40B4-BE49-F238E27FC236}">
                <a16:creationId xmlns:a16="http://schemas.microsoft.com/office/drawing/2014/main" id="{7C8138F0-20AB-7053-0F37-48D64D69B788}"/>
              </a:ext>
            </a:extLst>
          </p:cNvPr>
          <p:cNvCxnSpPr/>
          <p:nvPr/>
        </p:nvCxnSpPr>
        <p:spPr>
          <a:xfrm flipH="1">
            <a:off x="4353059" y="2720991"/>
            <a:ext cx="3953814" cy="0"/>
          </a:xfrm>
          <a:prstGeom prst="straightConnector1">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 name="Straight Arrow Connector 10">
            <a:extLst>
              <a:ext uri="{FF2B5EF4-FFF2-40B4-BE49-F238E27FC236}">
                <a16:creationId xmlns:a16="http://schemas.microsoft.com/office/drawing/2014/main" id="{7CFD31B9-B7E4-85FC-A5DC-0A565E861DE8}"/>
              </a:ext>
            </a:extLst>
          </p:cNvPr>
          <p:cNvCxnSpPr>
            <a:cxnSpLocks/>
          </p:cNvCxnSpPr>
          <p:nvPr/>
        </p:nvCxnSpPr>
        <p:spPr>
          <a:xfrm flipH="1" flipV="1">
            <a:off x="3456094" y="3048871"/>
            <a:ext cx="5002029" cy="1849700"/>
          </a:xfrm>
          <a:prstGeom prst="straightConnector1">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8DDCCAA4-8FB8-7EEB-0B12-A1ED96049EFF}"/>
              </a:ext>
            </a:extLst>
          </p:cNvPr>
          <p:cNvCxnSpPr>
            <a:cxnSpLocks/>
          </p:cNvCxnSpPr>
          <p:nvPr/>
        </p:nvCxnSpPr>
        <p:spPr>
          <a:xfrm flipH="1">
            <a:off x="9217977" y="3110915"/>
            <a:ext cx="10995" cy="1263932"/>
          </a:xfrm>
          <a:prstGeom prst="straightConnector1">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051933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4"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ppt_x</p:attrName>
                                        </p:attrNameLst>
                                      </p:cBhvr>
                                      <p:tavLst>
                                        <p:tav tm="0">
                                          <p:val>
                                            <p:strVal val="#ppt_x"/>
                                          </p:val>
                                        </p:tav>
                                        <p:tav tm="100000">
                                          <p:val>
                                            <p:strVal val="#ppt_x"/>
                                          </p:val>
                                        </p:tav>
                                      </p:tavLst>
                                    </p:anim>
                                    <p:anim calcmode="lin" valueType="num">
                                      <p:cBhvr>
                                        <p:cTn id="8" dur="500" fill="hold"/>
                                        <p:tgtEl>
                                          <p:spTgt spid="14"/>
                                        </p:tgtEl>
                                        <p:attrNameLst>
                                          <p:attrName>ppt_y</p:attrName>
                                        </p:attrNameLst>
                                      </p:cBhvr>
                                      <p:tavLst>
                                        <p:tav tm="0">
                                          <p:val>
                                            <p:strVal val="#ppt_y+#ppt_h/2"/>
                                          </p:val>
                                        </p:tav>
                                        <p:tav tm="100000">
                                          <p:val>
                                            <p:strVal val="#ppt_y"/>
                                          </p:val>
                                        </p:tav>
                                      </p:tavLst>
                                    </p:anim>
                                    <p:anim calcmode="lin" valueType="num">
                                      <p:cBhvr>
                                        <p:cTn id="9" dur="500" fill="hold"/>
                                        <p:tgtEl>
                                          <p:spTgt spid="14"/>
                                        </p:tgtEl>
                                        <p:attrNameLst>
                                          <p:attrName>ppt_w</p:attrName>
                                        </p:attrNameLst>
                                      </p:cBhvr>
                                      <p:tavLst>
                                        <p:tav tm="0">
                                          <p:val>
                                            <p:strVal val="#ppt_w"/>
                                          </p:val>
                                        </p:tav>
                                        <p:tav tm="100000">
                                          <p:val>
                                            <p:strVal val="#ppt_w"/>
                                          </p:val>
                                        </p:tav>
                                      </p:tavLst>
                                    </p:anim>
                                    <p:anim calcmode="lin" valueType="num">
                                      <p:cBhvr>
                                        <p:cTn id="10" dur="500" fill="hold"/>
                                        <p:tgtEl>
                                          <p:spTgt spid="14"/>
                                        </p:tgtEl>
                                        <p:attrNameLst>
                                          <p:attrName>ppt_h</p:attrName>
                                        </p:attrNameLst>
                                      </p:cBhvr>
                                      <p:tavLst>
                                        <p:tav tm="0">
                                          <p:val>
                                            <p:fltVal val="0"/>
                                          </p:val>
                                        </p:tav>
                                        <p:tav tm="100000">
                                          <p:val>
                                            <p:strVal val="#ppt_h"/>
                                          </p:val>
                                        </p:tav>
                                      </p:tavLst>
                                    </p:anim>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raphic 7" descr="Cloud with solid fill">
            <a:extLst>
              <a:ext uri="{FF2B5EF4-FFF2-40B4-BE49-F238E27FC236}">
                <a16:creationId xmlns:a16="http://schemas.microsoft.com/office/drawing/2014/main" id="{6B5C8F77-50BC-1587-C012-53761C6BB069}"/>
              </a:ext>
            </a:extLst>
          </p:cNvPr>
          <p:cNvSpPr/>
          <p:nvPr/>
        </p:nvSpPr>
        <p:spPr>
          <a:xfrm>
            <a:off x="1352282" y="1058325"/>
            <a:ext cx="10122793" cy="2099681"/>
          </a:xfrm>
          <a:custGeom>
            <a:avLst/>
            <a:gdLst>
              <a:gd name="connsiteX0" fmla="*/ 3167159 w 3687865"/>
              <a:gd name="connsiteY0" fmla="*/ 1045142 h 2099681"/>
              <a:gd name="connsiteX1" fmla="*/ 3123402 w 3687865"/>
              <a:gd name="connsiteY1" fmla="*/ 1045142 h 2099681"/>
              <a:gd name="connsiteX2" fmla="*/ 3123402 w 3687865"/>
              <a:gd name="connsiteY2" fmla="*/ 1045142 h 2099681"/>
              <a:gd name="connsiteX3" fmla="*/ 2847734 w 3687865"/>
              <a:gd name="connsiteY3" fmla="*/ 511308 h 2099681"/>
              <a:gd name="connsiteX4" fmla="*/ 2248265 w 3687865"/>
              <a:gd name="connsiteY4" fmla="*/ 428170 h 2099681"/>
              <a:gd name="connsiteX5" fmla="*/ 1364376 w 3687865"/>
              <a:gd name="connsiteY5" fmla="*/ 21231 h 2099681"/>
              <a:gd name="connsiteX6" fmla="*/ 760531 w 3687865"/>
              <a:gd name="connsiteY6" fmla="*/ 782600 h 2099681"/>
              <a:gd name="connsiteX7" fmla="*/ 760531 w 3687865"/>
              <a:gd name="connsiteY7" fmla="*/ 791352 h 2099681"/>
              <a:gd name="connsiteX8" fmla="*/ 130432 w 3687865"/>
              <a:gd name="connsiteY8" fmla="*/ 1045142 h 2099681"/>
              <a:gd name="connsiteX9" fmla="*/ 60421 w 3687865"/>
              <a:gd name="connsiteY9" fmla="*/ 1718997 h 2099681"/>
              <a:gd name="connsiteX10" fmla="*/ 624885 w 3687865"/>
              <a:gd name="connsiteY10" fmla="*/ 2095306 h 2099681"/>
              <a:gd name="connsiteX11" fmla="*/ 624885 w 3687865"/>
              <a:gd name="connsiteY11" fmla="*/ 2099682 h 2099681"/>
              <a:gd name="connsiteX12" fmla="*/ 3162783 w 3687865"/>
              <a:gd name="connsiteY12" fmla="*/ 2099682 h 2099681"/>
              <a:gd name="connsiteX13" fmla="*/ 3687865 w 3687865"/>
              <a:gd name="connsiteY13" fmla="*/ 1574600 h 2099681"/>
              <a:gd name="connsiteX14" fmla="*/ 3167159 w 3687865"/>
              <a:gd name="connsiteY14" fmla="*/ 1045142 h 209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7865" h="2099681">
                <a:moveTo>
                  <a:pt x="3167159" y="1045142"/>
                </a:moveTo>
                <a:cubicBezTo>
                  <a:pt x="3154032" y="1045142"/>
                  <a:pt x="3136529" y="1045142"/>
                  <a:pt x="3123402" y="1045142"/>
                </a:cubicBezTo>
                <a:cubicBezTo>
                  <a:pt x="3123402" y="1045142"/>
                  <a:pt x="3123402" y="1045142"/>
                  <a:pt x="3123402" y="1045142"/>
                </a:cubicBezTo>
                <a:cubicBezTo>
                  <a:pt x="3123402" y="830733"/>
                  <a:pt x="3018385" y="633827"/>
                  <a:pt x="2847734" y="511308"/>
                </a:cubicBezTo>
                <a:cubicBezTo>
                  <a:pt x="2672706" y="388789"/>
                  <a:pt x="2449546" y="358159"/>
                  <a:pt x="2248265" y="428170"/>
                </a:cubicBezTo>
                <a:cubicBezTo>
                  <a:pt x="2081988" y="104369"/>
                  <a:pt x="1714431" y="-61907"/>
                  <a:pt x="1364376" y="21231"/>
                </a:cubicBezTo>
                <a:cubicBezTo>
                  <a:pt x="1014321" y="104369"/>
                  <a:pt x="760531" y="419418"/>
                  <a:pt x="760531" y="782600"/>
                </a:cubicBezTo>
                <a:cubicBezTo>
                  <a:pt x="760531" y="782600"/>
                  <a:pt x="760531" y="786976"/>
                  <a:pt x="760531" y="791352"/>
                </a:cubicBezTo>
                <a:cubicBezTo>
                  <a:pt x="519868" y="751971"/>
                  <a:pt x="279205" y="852611"/>
                  <a:pt x="130432" y="1045142"/>
                </a:cubicBezTo>
                <a:cubicBezTo>
                  <a:pt x="-13966" y="1242047"/>
                  <a:pt x="-40220" y="1500213"/>
                  <a:pt x="60421" y="1718997"/>
                </a:cubicBezTo>
                <a:cubicBezTo>
                  <a:pt x="165438" y="1937782"/>
                  <a:pt x="384222" y="2082179"/>
                  <a:pt x="624885" y="2095306"/>
                </a:cubicBezTo>
                <a:lnTo>
                  <a:pt x="624885" y="2099682"/>
                </a:lnTo>
                <a:lnTo>
                  <a:pt x="3162783" y="2099682"/>
                </a:lnTo>
                <a:cubicBezTo>
                  <a:pt x="3451578" y="2099682"/>
                  <a:pt x="3687865" y="1863395"/>
                  <a:pt x="3687865" y="1574600"/>
                </a:cubicBezTo>
                <a:cubicBezTo>
                  <a:pt x="3687865" y="1285804"/>
                  <a:pt x="3455954" y="1045142"/>
                  <a:pt x="3167159" y="1045142"/>
                </a:cubicBezTo>
                <a:close/>
              </a:path>
            </a:pathLst>
          </a:custGeom>
          <a:solidFill>
            <a:srgbClr val="00B0F0"/>
          </a:solidFill>
          <a:ln w="43755" cap="flat">
            <a:noFill/>
            <a:prstDash val="solid"/>
            <a:miter/>
          </a:ln>
        </p:spPr>
        <p:txBody>
          <a:bodyPr rtlCol="0" anchor="ctr"/>
          <a:lstStyle/>
          <a:p>
            <a:endParaRPr lang="en-US" dirty="0"/>
          </a:p>
        </p:txBody>
      </p:sp>
      <p:sp>
        <p:nvSpPr>
          <p:cNvPr id="2" name="Slide Number Placeholder 1">
            <a:extLst>
              <a:ext uri="{FF2B5EF4-FFF2-40B4-BE49-F238E27FC236}">
                <a16:creationId xmlns:a16="http://schemas.microsoft.com/office/drawing/2014/main" id="{7631F239-9879-CE23-BDFB-15FEEE07B879}"/>
              </a:ext>
            </a:extLst>
          </p:cNvPr>
          <p:cNvSpPr>
            <a:spLocks noGrp="1"/>
          </p:cNvSpPr>
          <p:nvPr>
            <p:ph type="sldNum" sz="quarter" idx="10"/>
          </p:nvPr>
        </p:nvSpPr>
        <p:spPr/>
        <p:txBody>
          <a:bodyPr/>
          <a:lstStyle/>
          <a:p>
            <a:fld id="{F5342A4C-1D06-4798-B51F-D5804CA03D28}" type="slidenum">
              <a:rPr lang="en-ID" smtClean="0"/>
              <a:pPr/>
              <a:t>34</a:t>
            </a:fld>
            <a:endParaRPr lang="en-ID" dirty="0"/>
          </a:p>
        </p:txBody>
      </p:sp>
      <p:sp>
        <p:nvSpPr>
          <p:cNvPr id="3" name="Footer Placeholder 2">
            <a:extLst>
              <a:ext uri="{FF2B5EF4-FFF2-40B4-BE49-F238E27FC236}">
                <a16:creationId xmlns:a16="http://schemas.microsoft.com/office/drawing/2014/main" id="{6518D3DE-8B6F-727C-47D3-D56CD21CC3E3}"/>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37F9A8C9-83BE-5609-0B0F-FAAF049AA163}"/>
              </a:ext>
            </a:extLst>
          </p:cNvPr>
          <p:cNvSpPr>
            <a:spLocks noGrp="1"/>
          </p:cNvSpPr>
          <p:nvPr>
            <p:ph type="title"/>
          </p:nvPr>
        </p:nvSpPr>
        <p:spPr>
          <a:xfrm>
            <a:off x="940858" y="322684"/>
            <a:ext cx="10310284" cy="856379"/>
          </a:xfrm>
        </p:spPr>
        <p:txBody>
          <a:bodyPr/>
          <a:lstStyle/>
          <a:p>
            <a:r>
              <a:rPr lang="en-US" dirty="0"/>
              <a:t>Contribute a change</a:t>
            </a:r>
          </a:p>
        </p:txBody>
      </p:sp>
      <p:sp>
        <p:nvSpPr>
          <p:cNvPr id="13" name="Can 12">
            <a:extLst>
              <a:ext uri="{FF2B5EF4-FFF2-40B4-BE49-F238E27FC236}">
                <a16:creationId xmlns:a16="http://schemas.microsoft.com/office/drawing/2014/main" id="{A00AFE6C-7802-D969-8643-954EDC752D60}"/>
              </a:ext>
            </a:extLst>
          </p:cNvPr>
          <p:cNvSpPr/>
          <p:nvPr/>
        </p:nvSpPr>
        <p:spPr>
          <a:xfrm>
            <a:off x="2768145" y="2083213"/>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Project</a:t>
            </a:r>
            <a:br>
              <a:rPr lang="en-US" dirty="0"/>
            </a:br>
            <a:r>
              <a:rPr lang="en-US" dirty="0"/>
              <a:t>(Upstream)</a:t>
            </a:r>
          </a:p>
        </p:txBody>
      </p:sp>
      <p:sp>
        <p:nvSpPr>
          <p:cNvPr id="5" name="Can 4">
            <a:extLst>
              <a:ext uri="{FF2B5EF4-FFF2-40B4-BE49-F238E27FC236}">
                <a16:creationId xmlns:a16="http://schemas.microsoft.com/office/drawing/2014/main" id="{99EDC9FB-E58B-4BEB-D1A2-B7B13860EE17}"/>
              </a:ext>
            </a:extLst>
          </p:cNvPr>
          <p:cNvSpPr/>
          <p:nvPr/>
        </p:nvSpPr>
        <p:spPr>
          <a:xfrm>
            <a:off x="8458123" y="2108165"/>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Your fork</a:t>
            </a:r>
            <a:br>
              <a:rPr lang="en-US" dirty="0"/>
            </a:br>
            <a:r>
              <a:rPr lang="en-US" dirty="0"/>
              <a:t>(Origin)</a:t>
            </a:r>
          </a:p>
        </p:txBody>
      </p:sp>
      <p:sp>
        <p:nvSpPr>
          <p:cNvPr id="6" name="Can 5">
            <a:extLst>
              <a:ext uri="{FF2B5EF4-FFF2-40B4-BE49-F238E27FC236}">
                <a16:creationId xmlns:a16="http://schemas.microsoft.com/office/drawing/2014/main" id="{CE5C01F0-8292-2F60-26A7-15203F016FFD}"/>
              </a:ext>
            </a:extLst>
          </p:cNvPr>
          <p:cNvSpPr/>
          <p:nvPr/>
        </p:nvSpPr>
        <p:spPr>
          <a:xfrm>
            <a:off x="8483881" y="4374847"/>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Your local clone</a:t>
            </a:r>
          </a:p>
        </p:txBody>
      </p:sp>
      <p:sp>
        <p:nvSpPr>
          <p:cNvPr id="14" name="Right Arrow 13">
            <a:extLst>
              <a:ext uri="{FF2B5EF4-FFF2-40B4-BE49-F238E27FC236}">
                <a16:creationId xmlns:a16="http://schemas.microsoft.com/office/drawing/2014/main" id="{9E845090-53BB-91A2-23E5-0985D1ED7B89}"/>
              </a:ext>
            </a:extLst>
          </p:cNvPr>
          <p:cNvSpPr/>
          <p:nvPr/>
        </p:nvSpPr>
        <p:spPr>
          <a:xfrm flipH="1">
            <a:off x="4844624" y="2205768"/>
            <a:ext cx="5184721" cy="492858"/>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Pull request</a:t>
            </a:r>
          </a:p>
        </p:txBody>
      </p:sp>
      <p:pic>
        <p:nvPicPr>
          <p:cNvPr id="20" name="Picture 19">
            <a:extLst>
              <a:ext uri="{FF2B5EF4-FFF2-40B4-BE49-F238E27FC236}">
                <a16:creationId xmlns:a16="http://schemas.microsoft.com/office/drawing/2014/main" id="{A957B88E-D9BA-6A31-2C7C-974EF1D1BB6B}"/>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9879631" y="2189201"/>
            <a:ext cx="856379" cy="856379"/>
          </a:xfrm>
          <a:prstGeom prst="rect">
            <a:avLst/>
          </a:prstGeom>
        </p:spPr>
      </p:pic>
      <p:pic>
        <p:nvPicPr>
          <p:cNvPr id="22" name="Picture 21">
            <a:extLst>
              <a:ext uri="{FF2B5EF4-FFF2-40B4-BE49-F238E27FC236}">
                <a16:creationId xmlns:a16="http://schemas.microsoft.com/office/drawing/2014/main" id="{04B2A1F4-9D45-7EA3-52EA-BD193BE8CF04}"/>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9926315" y="4703725"/>
            <a:ext cx="856379" cy="856379"/>
          </a:xfrm>
          <a:prstGeom prst="rect">
            <a:avLst/>
          </a:prstGeom>
        </p:spPr>
      </p:pic>
      <p:cxnSp>
        <p:nvCxnSpPr>
          <p:cNvPr id="7" name="Straight Arrow Connector 6">
            <a:extLst>
              <a:ext uri="{FF2B5EF4-FFF2-40B4-BE49-F238E27FC236}">
                <a16:creationId xmlns:a16="http://schemas.microsoft.com/office/drawing/2014/main" id="{03378131-B5B9-67D0-88D6-1D65D570331A}"/>
              </a:ext>
            </a:extLst>
          </p:cNvPr>
          <p:cNvCxnSpPr/>
          <p:nvPr/>
        </p:nvCxnSpPr>
        <p:spPr>
          <a:xfrm flipH="1">
            <a:off x="4353059" y="2720991"/>
            <a:ext cx="3953814" cy="0"/>
          </a:xfrm>
          <a:prstGeom prst="straightConnector1">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 name="Straight Arrow Connector 10">
            <a:extLst>
              <a:ext uri="{FF2B5EF4-FFF2-40B4-BE49-F238E27FC236}">
                <a16:creationId xmlns:a16="http://schemas.microsoft.com/office/drawing/2014/main" id="{B2BDF495-51D3-7510-4662-C6C9901A2198}"/>
              </a:ext>
            </a:extLst>
          </p:cNvPr>
          <p:cNvCxnSpPr>
            <a:cxnSpLocks/>
          </p:cNvCxnSpPr>
          <p:nvPr/>
        </p:nvCxnSpPr>
        <p:spPr>
          <a:xfrm flipH="1" flipV="1">
            <a:off x="3456094" y="3048871"/>
            <a:ext cx="5002029" cy="1849700"/>
          </a:xfrm>
          <a:prstGeom prst="straightConnector1">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AECE5537-9BAD-223A-0BA3-5F17DB6A5E96}"/>
              </a:ext>
            </a:extLst>
          </p:cNvPr>
          <p:cNvCxnSpPr>
            <a:cxnSpLocks/>
          </p:cNvCxnSpPr>
          <p:nvPr/>
        </p:nvCxnSpPr>
        <p:spPr>
          <a:xfrm flipH="1">
            <a:off x="9217977" y="3110915"/>
            <a:ext cx="10995" cy="1263932"/>
          </a:xfrm>
          <a:prstGeom prst="straightConnector1">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786441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ppt_x</p:attrName>
                                        </p:attrNameLst>
                                      </p:cBhvr>
                                      <p:tavLst>
                                        <p:tav tm="0">
                                          <p:val>
                                            <p:strVal val="#ppt_x+#ppt_w/2"/>
                                          </p:val>
                                        </p:tav>
                                        <p:tav tm="100000">
                                          <p:val>
                                            <p:strVal val="#ppt_x"/>
                                          </p:val>
                                        </p:tav>
                                      </p:tavLst>
                                    </p:anim>
                                    <p:anim calcmode="lin" valueType="num">
                                      <p:cBhvr>
                                        <p:cTn id="8" dur="500" fill="hold"/>
                                        <p:tgtEl>
                                          <p:spTgt spid="14"/>
                                        </p:tgtEl>
                                        <p:attrNameLst>
                                          <p:attrName>ppt_y</p:attrName>
                                        </p:attrNameLst>
                                      </p:cBhvr>
                                      <p:tavLst>
                                        <p:tav tm="0">
                                          <p:val>
                                            <p:strVal val="#ppt_y"/>
                                          </p:val>
                                        </p:tav>
                                        <p:tav tm="100000">
                                          <p:val>
                                            <p:strVal val="#ppt_y"/>
                                          </p:val>
                                        </p:tav>
                                      </p:tavLst>
                                    </p:anim>
                                    <p:anim calcmode="lin" valueType="num">
                                      <p:cBhvr>
                                        <p:cTn id="9" dur="500" fill="hold"/>
                                        <p:tgtEl>
                                          <p:spTgt spid="14"/>
                                        </p:tgtEl>
                                        <p:attrNameLst>
                                          <p:attrName>ppt_w</p:attrName>
                                        </p:attrNameLst>
                                      </p:cBhvr>
                                      <p:tavLst>
                                        <p:tav tm="0">
                                          <p:val>
                                            <p:fltVal val="0"/>
                                          </p:val>
                                        </p:tav>
                                        <p:tav tm="100000">
                                          <p:val>
                                            <p:strVal val="#ppt_w"/>
                                          </p:val>
                                        </p:tav>
                                      </p:tavLst>
                                    </p:anim>
                                    <p:anim calcmode="lin" valueType="num">
                                      <p:cBhvr>
                                        <p:cTn id="10" dur="500" fill="hold"/>
                                        <p:tgtEl>
                                          <p:spTgt spid="1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D22E94-91CB-B93D-355F-D3BC82EF783F}"/>
              </a:ext>
            </a:extLst>
          </p:cNvPr>
          <p:cNvSpPr>
            <a:spLocks noGrp="1"/>
          </p:cNvSpPr>
          <p:nvPr>
            <p:ph type="sldNum" sz="quarter" idx="10"/>
          </p:nvPr>
        </p:nvSpPr>
        <p:spPr/>
        <p:txBody>
          <a:bodyPr/>
          <a:lstStyle/>
          <a:p>
            <a:fld id="{F5342A4C-1D06-4798-B51F-D5804CA03D28}" type="slidenum">
              <a:rPr lang="en-ID" smtClean="0"/>
              <a:pPr/>
              <a:t>35</a:t>
            </a:fld>
            <a:endParaRPr lang="en-ID" dirty="0"/>
          </a:p>
        </p:txBody>
      </p:sp>
      <p:sp>
        <p:nvSpPr>
          <p:cNvPr id="3" name="Footer Placeholder 2">
            <a:extLst>
              <a:ext uri="{FF2B5EF4-FFF2-40B4-BE49-F238E27FC236}">
                <a16:creationId xmlns:a16="http://schemas.microsoft.com/office/drawing/2014/main" id="{56A78364-4C8A-AD8E-A026-D51759E84CAE}"/>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23271329-73DD-B535-CFE3-DA3130EA304C}"/>
              </a:ext>
            </a:extLst>
          </p:cNvPr>
          <p:cNvSpPr>
            <a:spLocks noGrp="1"/>
          </p:cNvSpPr>
          <p:nvPr>
            <p:ph type="title"/>
          </p:nvPr>
        </p:nvSpPr>
        <p:spPr>
          <a:xfrm>
            <a:off x="946149" y="309034"/>
            <a:ext cx="10647974" cy="856379"/>
          </a:xfrm>
        </p:spPr>
        <p:txBody>
          <a:bodyPr>
            <a:normAutofit fontScale="90000"/>
          </a:bodyPr>
          <a:lstStyle/>
          <a:p>
            <a:r>
              <a:rPr lang="en-US" dirty="0"/>
              <a:t>Activity! Work on your assigned issue</a:t>
            </a:r>
          </a:p>
        </p:txBody>
      </p:sp>
      <p:pic>
        <p:nvPicPr>
          <p:cNvPr id="5" name="Picture 4">
            <a:extLst>
              <a:ext uri="{FF2B5EF4-FFF2-40B4-BE49-F238E27FC236}">
                <a16:creationId xmlns:a16="http://schemas.microsoft.com/office/drawing/2014/main" id="{F67FFE00-92B6-0867-8611-B6514D977E71}"/>
              </a:ext>
            </a:extLst>
          </p:cNvPr>
          <p:cNvPicPr>
            <a:picLocks noChangeAspect="1"/>
          </p:cNvPicPr>
          <p:nvPr/>
        </p:nvPicPr>
        <p:blipFill>
          <a:blip r:embed="rId3"/>
          <a:stretch>
            <a:fillRect/>
          </a:stretch>
        </p:blipFill>
        <p:spPr>
          <a:xfrm>
            <a:off x="1813560" y="1300102"/>
            <a:ext cx="7772400" cy="5066302"/>
          </a:xfrm>
          <a:prstGeom prst="rect">
            <a:avLst/>
          </a:prstGeom>
        </p:spPr>
      </p:pic>
    </p:spTree>
    <p:extLst>
      <p:ext uri="{BB962C8B-B14F-4D97-AF65-F5344CB8AC3E}">
        <p14:creationId xmlns:p14="http://schemas.microsoft.com/office/powerpoint/2010/main" val="26950602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C8707-8071-5DDA-EBE3-95E7E8EADA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77326A-0EFE-40A2-1ABB-2ED14E3A1A92}"/>
              </a:ext>
            </a:extLst>
          </p:cNvPr>
          <p:cNvSpPr>
            <a:spLocks noGrp="1"/>
          </p:cNvSpPr>
          <p:nvPr>
            <p:ph type="sldNum" sz="quarter" idx="10"/>
          </p:nvPr>
        </p:nvSpPr>
        <p:spPr/>
        <p:txBody>
          <a:bodyPr/>
          <a:lstStyle/>
          <a:p>
            <a:fld id="{F5342A4C-1D06-4798-B51F-D5804CA03D28}" type="slidenum">
              <a:rPr lang="en-ID" smtClean="0"/>
              <a:pPr/>
              <a:t>36</a:t>
            </a:fld>
            <a:endParaRPr lang="en-ID" dirty="0"/>
          </a:p>
        </p:txBody>
      </p:sp>
      <p:sp>
        <p:nvSpPr>
          <p:cNvPr id="3" name="Footer Placeholder 2">
            <a:extLst>
              <a:ext uri="{FF2B5EF4-FFF2-40B4-BE49-F238E27FC236}">
                <a16:creationId xmlns:a16="http://schemas.microsoft.com/office/drawing/2014/main" id="{ECEE4730-1751-FF80-8A57-8C15357D6903}"/>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433AA547-F9ED-939E-D467-0DDFFECEBFFC}"/>
              </a:ext>
            </a:extLst>
          </p:cNvPr>
          <p:cNvSpPr>
            <a:spLocks noGrp="1"/>
          </p:cNvSpPr>
          <p:nvPr>
            <p:ph type="title"/>
          </p:nvPr>
        </p:nvSpPr>
        <p:spPr/>
        <p:txBody>
          <a:bodyPr>
            <a:normAutofit fontScale="90000"/>
          </a:bodyPr>
          <a:lstStyle/>
          <a:p>
            <a:r>
              <a:rPr lang="en-US" dirty="0"/>
              <a:t>Activity! Push your changes to origin (Forked repo)</a:t>
            </a:r>
          </a:p>
        </p:txBody>
      </p:sp>
      <p:pic>
        <p:nvPicPr>
          <p:cNvPr id="6" name="Picture 5">
            <a:extLst>
              <a:ext uri="{FF2B5EF4-FFF2-40B4-BE49-F238E27FC236}">
                <a16:creationId xmlns:a16="http://schemas.microsoft.com/office/drawing/2014/main" id="{7497136E-6453-42A1-54BB-CA4175E0A0FF}"/>
              </a:ext>
            </a:extLst>
          </p:cNvPr>
          <p:cNvPicPr>
            <a:picLocks noChangeAspect="1"/>
          </p:cNvPicPr>
          <p:nvPr/>
        </p:nvPicPr>
        <p:blipFill>
          <a:blip r:embed="rId3"/>
          <a:stretch>
            <a:fillRect/>
          </a:stretch>
        </p:blipFill>
        <p:spPr>
          <a:xfrm>
            <a:off x="2557780" y="1711960"/>
            <a:ext cx="7594600" cy="1574800"/>
          </a:xfrm>
          <a:prstGeom prst="rect">
            <a:avLst/>
          </a:prstGeom>
        </p:spPr>
      </p:pic>
    </p:spTree>
    <p:extLst>
      <p:ext uri="{BB962C8B-B14F-4D97-AF65-F5344CB8AC3E}">
        <p14:creationId xmlns:p14="http://schemas.microsoft.com/office/powerpoint/2010/main" val="16433654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040D2-2D54-43B5-8517-6B7F0DFCC1BA}"/>
            </a:ext>
          </a:extLst>
        </p:cNvPr>
        <p:cNvGrpSpPr/>
        <p:nvPr/>
      </p:nvGrpSpPr>
      <p:grpSpPr>
        <a:xfrm>
          <a:off x="0" y="0"/>
          <a:ext cx="0" cy="0"/>
          <a:chOff x="0" y="0"/>
          <a:chExt cx="0" cy="0"/>
        </a:xfrm>
      </p:grpSpPr>
      <p:sp>
        <p:nvSpPr>
          <p:cNvPr id="9" name="Graphic 7" descr="Cloud with solid fill">
            <a:extLst>
              <a:ext uri="{FF2B5EF4-FFF2-40B4-BE49-F238E27FC236}">
                <a16:creationId xmlns:a16="http://schemas.microsoft.com/office/drawing/2014/main" id="{527D075B-D18B-092D-7073-D33689CE4808}"/>
              </a:ext>
            </a:extLst>
          </p:cNvPr>
          <p:cNvSpPr/>
          <p:nvPr/>
        </p:nvSpPr>
        <p:spPr>
          <a:xfrm>
            <a:off x="2313992" y="1058326"/>
            <a:ext cx="8192278" cy="1884623"/>
          </a:xfrm>
          <a:custGeom>
            <a:avLst/>
            <a:gdLst>
              <a:gd name="connsiteX0" fmla="*/ 3167159 w 3687865"/>
              <a:gd name="connsiteY0" fmla="*/ 1045142 h 2099681"/>
              <a:gd name="connsiteX1" fmla="*/ 3123402 w 3687865"/>
              <a:gd name="connsiteY1" fmla="*/ 1045142 h 2099681"/>
              <a:gd name="connsiteX2" fmla="*/ 3123402 w 3687865"/>
              <a:gd name="connsiteY2" fmla="*/ 1045142 h 2099681"/>
              <a:gd name="connsiteX3" fmla="*/ 2847734 w 3687865"/>
              <a:gd name="connsiteY3" fmla="*/ 511308 h 2099681"/>
              <a:gd name="connsiteX4" fmla="*/ 2248265 w 3687865"/>
              <a:gd name="connsiteY4" fmla="*/ 428170 h 2099681"/>
              <a:gd name="connsiteX5" fmla="*/ 1364376 w 3687865"/>
              <a:gd name="connsiteY5" fmla="*/ 21231 h 2099681"/>
              <a:gd name="connsiteX6" fmla="*/ 760531 w 3687865"/>
              <a:gd name="connsiteY6" fmla="*/ 782600 h 2099681"/>
              <a:gd name="connsiteX7" fmla="*/ 760531 w 3687865"/>
              <a:gd name="connsiteY7" fmla="*/ 791352 h 2099681"/>
              <a:gd name="connsiteX8" fmla="*/ 130432 w 3687865"/>
              <a:gd name="connsiteY8" fmla="*/ 1045142 h 2099681"/>
              <a:gd name="connsiteX9" fmla="*/ 60421 w 3687865"/>
              <a:gd name="connsiteY9" fmla="*/ 1718997 h 2099681"/>
              <a:gd name="connsiteX10" fmla="*/ 624885 w 3687865"/>
              <a:gd name="connsiteY10" fmla="*/ 2095306 h 2099681"/>
              <a:gd name="connsiteX11" fmla="*/ 624885 w 3687865"/>
              <a:gd name="connsiteY11" fmla="*/ 2099682 h 2099681"/>
              <a:gd name="connsiteX12" fmla="*/ 3162783 w 3687865"/>
              <a:gd name="connsiteY12" fmla="*/ 2099682 h 2099681"/>
              <a:gd name="connsiteX13" fmla="*/ 3687865 w 3687865"/>
              <a:gd name="connsiteY13" fmla="*/ 1574600 h 2099681"/>
              <a:gd name="connsiteX14" fmla="*/ 3167159 w 3687865"/>
              <a:gd name="connsiteY14" fmla="*/ 1045142 h 209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7865" h="2099681">
                <a:moveTo>
                  <a:pt x="3167159" y="1045142"/>
                </a:moveTo>
                <a:cubicBezTo>
                  <a:pt x="3154032" y="1045142"/>
                  <a:pt x="3136529" y="1045142"/>
                  <a:pt x="3123402" y="1045142"/>
                </a:cubicBezTo>
                <a:cubicBezTo>
                  <a:pt x="3123402" y="1045142"/>
                  <a:pt x="3123402" y="1045142"/>
                  <a:pt x="3123402" y="1045142"/>
                </a:cubicBezTo>
                <a:cubicBezTo>
                  <a:pt x="3123402" y="830733"/>
                  <a:pt x="3018385" y="633827"/>
                  <a:pt x="2847734" y="511308"/>
                </a:cubicBezTo>
                <a:cubicBezTo>
                  <a:pt x="2672706" y="388789"/>
                  <a:pt x="2449546" y="358159"/>
                  <a:pt x="2248265" y="428170"/>
                </a:cubicBezTo>
                <a:cubicBezTo>
                  <a:pt x="2081988" y="104369"/>
                  <a:pt x="1714431" y="-61907"/>
                  <a:pt x="1364376" y="21231"/>
                </a:cubicBezTo>
                <a:cubicBezTo>
                  <a:pt x="1014321" y="104369"/>
                  <a:pt x="760531" y="419418"/>
                  <a:pt x="760531" y="782600"/>
                </a:cubicBezTo>
                <a:cubicBezTo>
                  <a:pt x="760531" y="782600"/>
                  <a:pt x="760531" y="786976"/>
                  <a:pt x="760531" y="791352"/>
                </a:cubicBezTo>
                <a:cubicBezTo>
                  <a:pt x="519868" y="751971"/>
                  <a:pt x="279205" y="852611"/>
                  <a:pt x="130432" y="1045142"/>
                </a:cubicBezTo>
                <a:cubicBezTo>
                  <a:pt x="-13966" y="1242047"/>
                  <a:pt x="-40220" y="1500213"/>
                  <a:pt x="60421" y="1718997"/>
                </a:cubicBezTo>
                <a:cubicBezTo>
                  <a:pt x="165438" y="1937782"/>
                  <a:pt x="384222" y="2082179"/>
                  <a:pt x="624885" y="2095306"/>
                </a:cubicBezTo>
                <a:lnTo>
                  <a:pt x="624885" y="2099682"/>
                </a:lnTo>
                <a:lnTo>
                  <a:pt x="3162783" y="2099682"/>
                </a:lnTo>
                <a:cubicBezTo>
                  <a:pt x="3451578" y="2099682"/>
                  <a:pt x="3687865" y="1863395"/>
                  <a:pt x="3687865" y="1574600"/>
                </a:cubicBezTo>
                <a:cubicBezTo>
                  <a:pt x="3687865" y="1285804"/>
                  <a:pt x="3455954" y="1045142"/>
                  <a:pt x="3167159" y="1045142"/>
                </a:cubicBezTo>
                <a:close/>
              </a:path>
            </a:pathLst>
          </a:custGeom>
          <a:solidFill>
            <a:srgbClr val="00B0F0"/>
          </a:solidFill>
          <a:ln w="43755" cap="flat">
            <a:noFill/>
            <a:prstDash val="solid"/>
            <a:miter/>
          </a:ln>
        </p:spPr>
        <p:txBody>
          <a:bodyPr rtlCol="0" anchor="ctr"/>
          <a:lstStyle/>
          <a:p>
            <a:endParaRPr lang="en-US"/>
          </a:p>
        </p:txBody>
      </p:sp>
      <p:sp>
        <p:nvSpPr>
          <p:cNvPr id="2" name="Slide Number Placeholder 1">
            <a:extLst>
              <a:ext uri="{FF2B5EF4-FFF2-40B4-BE49-F238E27FC236}">
                <a16:creationId xmlns:a16="http://schemas.microsoft.com/office/drawing/2014/main" id="{9C031074-F7D2-2F5F-96F7-1158711D0B21}"/>
              </a:ext>
            </a:extLst>
          </p:cNvPr>
          <p:cNvSpPr>
            <a:spLocks noGrp="1"/>
          </p:cNvSpPr>
          <p:nvPr>
            <p:ph type="sldNum" sz="quarter" idx="10"/>
          </p:nvPr>
        </p:nvSpPr>
        <p:spPr>
          <a:xfrm>
            <a:off x="0" y="6562504"/>
            <a:ext cx="628649" cy="365125"/>
          </a:xfrm>
        </p:spPr>
        <p:txBody>
          <a:bodyPr/>
          <a:lstStyle/>
          <a:p>
            <a:fld id="{F5342A4C-1D06-4798-B51F-D5804CA03D28}" type="slidenum">
              <a:rPr lang="en-ID" smtClean="0"/>
              <a:pPr/>
              <a:t>37</a:t>
            </a:fld>
            <a:endParaRPr lang="en-ID" dirty="0"/>
          </a:p>
        </p:txBody>
      </p:sp>
      <p:sp>
        <p:nvSpPr>
          <p:cNvPr id="3" name="Footer Placeholder 2">
            <a:extLst>
              <a:ext uri="{FF2B5EF4-FFF2-40B4-BE49-F238E27FC236}">
                <a16:creationId xmlns:a16="http://schemas.microsoft.com/office/drawing/2014/main" id="{FF7A5DFD-2915-536C-E055-340E4AABE862}"/>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2E4C9EA5-3F65-8B19-A345-27D6E1BA7DC8}"/>
              </a:ext>
            </a:extLst>
          </p:cNvPr>
          <p:cNvSpPr>
            <a:spLocks noGrp="1"/>
          </p:cNvSpPr>
          <p:nvPr>
            <p:ph type="title"/>
          </p:nvPr>
        </p:nvSpPr>
        <p:spPr/>
        <p:txBody>
          <a:bodyPr/>
          <a:lstStyle/>
          <a:p>
            <a:r>
              <a:rPr lang="en-US" dirty="0"/>
              <a:t>Project tracker</a:t>
            </a:r>
          </a:p>
        </p:txBody>
      </p:sp>
      <p:pic>
        <p:nvPicPr>
          <p:cNvPr id="11" name="Picture 10">
            <a:extLst>
              <a:ext uri="{FF2B5EF4-FFF2-40B4-BE49-F238E27FC236}">
                <a16:creationId xmlns:a16="http://schemas.microsoft.com/office/drawing/2014/main" id="{0AD72333-6A8A-7489-839F-0476038D1F68}"/>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521210" y="1165413"/>
            <a:ext cx="1388153" cy="1388153"/>
          </a:xfrm>
          <a:prstGeom prst="rect">
            <a:avLst/>
          </a:prstGeom>
        </p:spPr>
      </p:pic>
      <p:sp>
        <p:nvSpPr>
          <p:cNvPr id="6" name="TextBox 5">
            <a:extLst>
              <a:ext uri="{FF2B5EF4-FFF2-40B4-BE49-F238E27FC236}">
                <a16:creationId xmlns:a16="http://schemas.microsoft.com/office/drawing/2014/main" id="{9A9FE1E7-BBDF-7D5B-D829-B97CC1895C1F}"/>
              </a:ext>
            </a:extLst>
          </p:cNvPr>
          <p:cNvSpPr txBox="1"/>
          <p:nvPr/>
        </p:nvSpPr>
        <p:spPr>
          <a:xfrm>
            <a:off x="2220684" y="3007580"/>
            <a:ext cx="1451359" cy="369332"/>
          </a:xfrm>
          <a:prstGeom prst="rect">
            <a:avLst/>
          </a:prstGeom>
          <a:noFill/>
        </p:spPr>
        <p:txBody>
          <a:bodyPr wrap="none" rtlCol="0">
            <a:spAutoFit/>
          </a:bodyPr>
          <a:lstStyle/>
          <a:p>
            <a:r>
              <a:rPr lang="en-US" dirty="0"/>
              <a:t>Branch/TAG</a:t>
            </a:r>
          </a:p>
        </p:txBody>
      </p:sp>
      <p:sp>
        <p:nvSpPr>
          <p:cNvPr id="7" name="TextBox 6">
            <a:extLst>
              <a:ext uri="{FF2B5EF4-FFF2-40B4-BE49-F238E27FC236}">
                <a16:creationId xmlns:a16="http://schemas.microsoft.com/office/drawing/2014/main" id="{1E6A9DE1-B727-FCD6-A94E-9F1972739A4A}"/>
              </a:ext>
            </a:extLst>
          </p:cNvPr>
          <p:cNvSpPr txBox="1"/>
          <p:nvPr/>
        </p:nvSpPr>
        <p:spPr>
          <a:xfrm>
            <a:off x="4570308" y="3016910"/>
            <a:ext cx="950901" cy="369332"/>
          </a:xfrm>
          <a:prstGeom prst="rect">
            <a:avLst/>
          </a:prstGeom>
          <a:noFill/>
        </p:spPr>
        <p:txBody>
          <a:bodyPr wrap="none" rtlCol="0">
            <a:spAutoFit/>
          </a:bodyPr>
          <a:lstStyle/>
          <a:p>
            <a:r>
              <a:rPr lang="en-US" dirty="0"/>
              <a:t>GRAPH</a:t>
            </a:r>
          </a:p>
        </p:txBody>
      </p:sp>
      <p:sp>
        <p:nvSpPr>
          <p:cNvPr id="8" name="TextBox 7">
            <a:extLst>
              <a:ext uri="{FF2B5EF4-FFF2-40B4-BE49-F238E27FC236}">
                <a16:creationId xmlns:a16="http://schemas.microsoft.com/office/drawing/2014/main" id="{B052B704-2181-FFD6-9A02-09DA9F7604C8}"/>
              </a:ext>
            </a:extLst>
          </p:cNvPr>
          <p:cNvSpPr txBox="1"/>
          <p:nvPr/>
        </p:nvSpPr>
        <p:spPr>
          <a:xfrm>
            <a:off x="6799679" y="3007580"/>
            <a:ext cx="1114601" cy="369332"/>
          </a:xfrm>
          <a:prstGeom prst="rect">
            <a:avLst/>
          </a:prstGeom>
          <a:noFill/>
        </p:spPr>
        <p:txBody>
          <a:bodyPr wrap="none" rtlCol="0">
            <a:spAutoFit/>
          </a:bodyPr>
          <a:lstStyle/>
          <a:p>
            <a:r>
              <a:rPr lang="en-US" dirty="0"/>
              <a:t>COMMIT</a:t>
            </a:r>
          </a:p>
        </p:txBody>
      </p:sp>
      <p:sp>
        <p:nvSpPr>
          <p:cNvPr id="10" name="TextBox 9">
            <a:extLst>
              <a:ext uri="{FF2B5EF4-FFF2-40B4-BE49-F238E27FC236}">
                <a16:creationId xmlns:a16="http://schemas.microsoft.com/office/drawing/2014/main" id="{CABAD229-6B78-70D8-023B-2C02FA33DEA1}"/>
              </a:ext>
            </a:extLst>
          </p:cNvPr>
          <p:cNvSpPr txBox="1"/>
          <p:nvPr/>
        </p:nvSpPr>
        <p:spPr>
          <a:xfrm>
            <a:off x="9451909" y="3004271"/>
            <a:ext cx="750526" cy="369332"/>
          </a:xfrm>
          <a:prstGeom prst="rect">
            <a:avLst/>
          </a:prstGeom>
          <a:noFill/>
        </p:spPr>
        <p:txBody>
          <a:bodyPr wrap="none" rtlCol="0">
            <a:spAutoFit/>
          </a:bodyPr>
          <a:lstStyle/>
          <a:p>
            <a:r>
              <a:rPr lang="en-US" dirty="0"/>
              <a:t>USER</a:t>
            </a:r>
          </a:p>
        </p:txBody>
      </p:sp>
      <p:sp>
        <p:nvSpPr>
          <p:cNvPr id="12" name="TextBox 11">
            <a:extLst>
              <a:ext uri="{FF2B5EF4-FFF2-40B4-BE49-F238E27FC236}">
                <a16:creationId xmlns:a16="http://schemas.microsoft.com/office/drawing/2014/main" id="{78F05FB6-7618-50C7-277E-75199C714FDE}"/>
              </a:ext>
            </a:extLst>
          </p:cNvPr>
          <p:cNvSpPr txBox="1"/>
          <p:nvPr/>
        </p:nvSpPr>
        <p:spPr>
          <a:xfrm>
            <a:off x="2220684" y="5635594"/>
            <a:ext cx="1564852" cy="369332"/>
          </a:xfrm>
          <a:prstGeom prst="rect">
            <a:avLst/>
          </a:prstGeom>
          <a:noFill/>
        </p:spPr>
        <p:txBody>
          <a:bodyPr wrap="none" rtlCol="0">
            <a:spAutoFit/>
          </a:bodyPr>
          <a:lstStyle/>
          <a:p>
            <a:r>
              <a:rPr lang="en-US" dirty="0"/>
              <a:t>Main/master</a:t>
            </a:r>
          </a:p>
        </p:txBody>
      </p:sp>
      <p:sp>
        <p:nvSpPr>
          <p:cNvPr id="18" name="TextBox 17">
            <a:extLst>
              <a:ext uri="{FF2B5EF4-FFF2-40B4-BE49-F238E27FC236}">
                <a16:creationId xmlns:a16="http://schemas.microsoft.com/office/drawing/2014/main" id="{06F9EB66-922D-B8CB-3D52-5679C3952F08}"/>
              </a:ext>
            </a:extLst>
          </p:cNvPr>
          <p:cNvSpPr txBox="1"/>
          <p:nvPr/>
        </p:nvSpPr>
        <p:spPr>
          <a:xfrm>
            <a:off x="6272032" y="5635594"/>
            <a:ext cx="2643672" cy="369332"/>
          </a:xfrm>
          <a:prstGeom prst="rect">
            <a:avLst/>
          </a:prstGeom>
          <a:noFill/>
        </p:spPr>
        <p:txBody>
          <a:bodyPr wrap="none" rtlCol="0">
            <a:spAutoFit/>
          </a:bodyPr>
          <a:lstStyle/>
          <a:p>
            <a:r>
              <a:rPr lang="en-US" dirty="0"/>
              <a:t>Update on file Readme</a:t>
            </a:r>
          </a:p>
        </p:txBody>
      </p:sp>
      <p:sp>
        <p:nvSpPr>
          <p:cNvPr id="19" name="TextBox 18">
            <a:extLst>
              <a:ext uri="{FF2B5EF4-FFF2-40B4-BE49-F238E27FC236}">
                <a16:creationId xmlns:a16="http://schemas.microsoft.com/office/drawing/2014/main" id="{80B69EE3-7016-DEEF-1500-4C266D2962C6}"/>
              </a:ext>
            </a:extLst>
          </p:cNvPr>
          <p:cNvSpPr txBox="1"/>
          <p:nvPr/>
        </p:nvSpPr>
        <p:spPr>
          <a:xfrm>
            <a:off x="9335632" y="5635594"/>
            <a:ext cx="1353256" cy="369332"/>
          </a:xfrm>
          <a:prstGeom prst="rect">
            <a:avLst/>
          </a:prstGeom>
          <a:noFill/>
        </p:spPr>
        <p:txBody>
          <a:bodyPr wrap="none" rtlCol="0">
            <a:spAutoFit/>
          </a:bodyPr>
          <a:lstStyle/>
          <a:p>
            <a:r>
              <a:rPr lang="en-US" dirty="0"/>
              <a:t>Maintainer</a:t>
            </a:r>
          </a:p>
        </p:txBody>
      </p:sp>
      <p:cxnSp>
        <p:nvCxnSpPr>
          <p:cNvPr id="21" name="Straight Connector 20">
            <a:extLst>
              <a:ext uri="{FF2B5EF4-FFF2-40B4-BE49-F238E27FC236}">
                <a16:creationId xmlns:a16="http://schemas.microsoft.com/office/drawing/2014/main" id="{2D74A77B-ECBF-1918-1BA7-3D2105AB7D79}"/>
              </a:ext>
            </a:extLst>
          </p:cNvPr>
          <p:cNvCxnSpPr/>
          <p:nvPr/>
        </p:nvCxnSpPr>
        <p:spPr>
          <a:xfrm>
            <a:off x="2019300" y="3386242"/>
            <a:ext cx="900404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A25B8A4-4061-C041-4ABC-C5005EDF57B1}"/>
              </a:ext>
            </a:extLst>
          </p:cNvPr>
          <p:cNvSpPr txBox="1"/>
          <p:nvPr/>
        </p:nvSpPr>
        <p:spPr>
          <a:xfrm>
            <a:off x="2220684" y="4593780"/>
            <a:ext cx="1080745" cy="369332"/>
          </a:xfrm>
          <a:prstGeom prst="rect">
            <a:avLst/>
          </a:prstGeom>
          <a:noFill/>
        </p:spPr>
        <p:txBody>
          <a:bodyPr wrap="none" rtlCol="0">
            <a:spAutoFit/>
          </a:bodyPr>
          <a:lstStyle/>
          <a:p>
            <a:r>
              <a:rPr lang="en-US" dirty="0"/>
              <a:t>Issue #1</a:t>
            </a:r>
          </a:p>
        </p:txBody>
      </p:sp>
      <p:sp>
        <p:nvSpPr>
          <p:cNvPr id="27" name="TextBox 26">
            <a:extLst>
              <a:ext uri="{FF2B5EF4-FFF2-40B4-BE49-F238E27FC236}">
                <a16:creationId xmlns:a16="http://schemas.microsoft.com/office/drawing/2014/main" id="{C373231C-069D-269E-BC9D-933ADAF26709}"/>
              </a:ext>
            </a:extLst>
          </p:cNvPr>
          <p:cNvSpPr txBox="1"/>
          <p:nvPr/>
        </p:nvSpPr>
        <p:spPr>
          <a:xfrm>
            <a:off x="9294686" y="4592973"/>
            <a:ext cx="1443024" cy="369332"/>
          </a:xfrm>
          <a:prstGeom prst="rect">
            <a:avLst/>
          </a:prstGeom>
          <a:noFill/>
        </p:spPr>
        <p:txBody>
          <a:bodyPr wrap="none" rtlCol="0">
            <a:spAutoFit/>
          </a:bodyPr>
          <a:lstStyle/>
          <a:p>
            <a:r>
              <a:rPr lang="en-US" sz="1800" dirty="0"/>
              <a:t>Contributor</a:t>
            </a:r>
            <a:endParaRPr lang="en-US" dirty="0"/>
          </a:p>
        </p:txBody>
      </p:sp>
      <p:sp>
        <p:nvSpPr>
          <p:cNvPr id="22" name="TextBox 21">
            <a:extLst>
              <a:ext uri="{FF2B5EF4-FFF2-40B4-BE49-F238E27FC236}">
                <a16:creationId xmlns:a16="http://schemas.microsoft.com/office/drawing/2014/main" id="{5D4DE927-7DB8-2AD0-1B7B-4DE5159A37F9}"/>
              </a:ext>
            </a:extLst>
          </p:cNvPr>
          <p:cNvSpPr txBox="1"/>
          <p:nvPr/>
        </p:nvSpPr>
        <p:spPr>
          <a:xfrm>
            <a:off x="2220684" y="3862397"/>
            <a:ext cx="1080745" cy="369332"/>
          </a:xfrm>
          <a:prstGeom prst="rect">
            <a:avLst/>
          </a:prstGeom>
          <a:noFill/>
        </p:spPr>
        <p:txBody>
          <a:bodyPr wrap="none" rtlCol="0">
            <a:spAutoFit/>
          </a:bodyPr>
          <a:lstStyle/>
          <a:p>
            <a:r>
              <a:rPr lang="en-US" dirty="0"/>
              <a:t>Issue #1</a:t>
            </a:r>
          </a:p>
        </p:txBody>
      </p:sp>
      <p:sp>
        <p:nvSpPr>
          <p:cNvPr id="23" name="Oval 22">
            <a:extLst>
              <a:ext uri="{FF2B5EF4-FFF2-40B4-BE49-F238E27FC236}">
                <a16:creationId xmlns:a16="http://schemas.microsoft.com/office/drawing/2014/main" id="{6CC456B0-B8FD-1DAF-97D2-7704D9BF774B}"/>
              </a:ext>
            </a:extLst>
          </p:cNvPr>
          <p:cNvSpPr/>
          <p:nvPr/>
        </p:nvSpPr>
        <p:spPr>
          <a:xfrm>
            <a:off x="5521209" y="3768745"/>
            <a:ext cx="447870" cy="461093"/>
          </a:xfrm>
          <a:prstGeom prst="ellipse">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9E490F93-5EA2-006F-26BF-C53B918C51EB}"/>
              </a:ext>
            </a:extLst>
          </p:cNvPr>
          <p:cNvSpPr txBox="1"/>
          <p:nvPr/>
        </p:nvSpPr>
        <p:spPr>
          <a:xfrm>
            <a:off x="9294686" y="3861590"/>
            <a:ext cx="1443024" cy="369332"/>
          </a:xfrm>
          <a:prstGeom prst="rect">
            <a:avLst/>
          </a:prstGeom>
          <a:noFill/>
        </p:spPr>
        <p:txBody>
          <a:bodyPr wrap="none" rtlCol="0">
            <a:spAutoFit/>
          </a:bodyPr>
          <a:lstStyle/>
          <a:p>
            <a:r>
              <a:rPr lang="en-US" sz="1800" dirty="0"/>
              <a:t>Contributor</a:t>
            </a:r>
            <a:endParaRPr lang="en-US" dirty="0"/>
          </a:p>
        </p:txBody>
      </p:sp>
      <p:sp>
        <p:nvSpPr>
          <p:cNvPr id="28" name="TextBox 27">
            <a:extLst>
              <a:ext uri="{FF2B5EF4-FFF2-40B4-BE49-F238E27FC236}">
                <a16:creationId xmlns:a16="http://schemas.microsoft.com/office/drawing/2014/main" id="{959CD323-2099-96A0-3452-C911C208B480}"/>
              </a:ext>
            </a:extLst>
          </p:cNvPr>
          <p:cNvSpPr txBox="1"/>
          <p:nvPr/>
        </p:nvSpPr>
        <p:spPr>
          <a:xfrm>
            <a:off x="6387783" y="3861590"/>
            <a:ext cx="2281394" cy="369332"/>
          </a:xfrm>
          <a:prstGeom prst="rect">
            <a:avLst/>
          </a:prstGeom>
          <a:noFill/>
        </p:spPr>
        <p:txBody>
          <a:bodyPr wrap="none" rtlCol="0">
            <a:spAutoFit/>
          </a:bodyPr>
          <a:lstStyle/>
          <a:p>
            <a:r>
              <a:rPr lang="en-US" dirty="0"/>
              <a:t>Resolution Issue #1</a:t>
            </a:r>
          </a:p>
        </p:txBody>
      </p:sp>
      <p:cxnSp>
        <p:nvCxnSpPr>
          <p:cNvPr id="29" name="Straight Arrow Connector 28">
            <a:extLst>
              <a:ext uri="{FF2B5EF4-FFF2-40B4-BE49-F238E27FC236}">
                <a16:creationId xmlns:a16="http://schemas.microsoft.com/office/drawing/2014/main" id="{C6787C06-CECD-B90A-80E5-C486656D9C4C}"/>
              </a:ext>
            </a:extLst>
          </p:cNvPr>
          <p:cNvCxnSpPr>
            <a:cxnSpLocks/>
          </p:cNvCxnSpPr>
          <p:nvPr/>
        </p:nvCxnSpPr>
        <p:spPr>
          <a:xfrm flipV="1">
            <a:off x="5745144" y="4229838"/>
            <a:ext cx="7991" cy="2702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C6DBF6D3-43CC-61AA-DBB0-698E771E3D82}"/>
              </a:ext>
            </a:extLst>
          </p:cNvPr>
          <p:cNvSpPr/>
          <p:nvPr/>
        </p:nvSpPr>
        <p:spPr>
          <a:xfrm>
            <a:off x="4947728" y="5174501"/>
            <a:ext cx="447870" cy="461093"/>
          </a:xfrm>
          <a:prstGeom prst="ellipse">
            <a:avLst/>
          </a:prstGeom>
          <a:noFill/>
          <a:ln w="38100" cap="flat" cmpd="sng" algn="ctr">
            <a:solidFill>
              <a:srgbClr val="7030A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26" name="Oval 25">
            <a:extLst>
              <a:ext uri="{FF2B5EF4-FFF2-40B4-BE49-F238E27FC236}">
                <a16:creationId xmlns:a16="http://schemas.microsoft.com/office/drawing/2014/main" id="{36AC29E7-2839-AA0E-EEE2-81319095AB29}"/>
              </a:ext>
            </a:extLst>
          </p:cNvPr>
          <p:cNvSpPr/>
          <p:nvPr/>
        </p:nvSpPr>
        <p:spPr>
          <a:xfrm>
            <a:off x="5529200" y="4501212"/>
            <a:ext cx="447870" cy="461093"/>
          </a:xfrm>
          <a:prstGeom prst="ellipse">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671326EC-5A5F-5988-2FB1-FEE52AF483DD}"/>
              </a:ext>
            </a:extLst>
          </p:cNvPr>
          <p:cNvCxnSpPr>
            <a:cxnSpLocks/>
            <a:stCxn id="13" idx="0"/>
          </p:cNvCxnSpPr>
          <p:nvPr/>
        </p:nvCxnSpPr>
        <p:spPr>
          <a:xfrm flipH="1" flipV="1">
            <a:off x="5168017" y="3561354"/>
            <a:ext cx="3646" cy="1613147"/>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urved Connector 30">
            <a:extLst>
              <a:ext uri="{FF2B5EF4-FFF2-40B4-BE49-F238E27FC236}">
                <a16:creationId xmlns:a16="http://schemas.microsoft.com/office/drawing/2014/main" id="{95A872C1-296B-868B-9038-B972CE475E69}"/>
              </a:ext>
            </a:extLst>
          </p:cNvPr>
          <p:cNvCxnSpPr>
            <a:stCxn id="13" idx="6"/>
            <a:endCxn id="26" idx="4"/>
          </p:cNvCxnSpPr>
          <p:nvPr/>
        </p:nvCxnSpPr>
        <p:spPr>
          <a:xfrm flipV="1">
            <a:off x="5395598" y="4962305"/>
            <a:ext cx="357537" cy="442743"/>
          </a:xfrm>
          <a:prstGeom prst="curved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3E55D5D3-39A6-968F-6E33-9FE81D2EC537}"/>
              </a:ext>
            </a:extLst>
          </p:cNvPr>
          <p:cNvSpPr/>
          <p:nvPr/>
        </p:nvSpPr>
        <p:spPr>
          <a:xfrm>
            <a:off x="4280702" y="5589714"/>
            <a:ext cx="447870" cy="461093"/>
          </a:xfrm>
          <a:prstGeom prst="ellipse">
            <a:avLst/>
          </a:prstGeom>
          <a:noFill/>
          <a:ln w="38100"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33" name="Straight Arrow Connector 32">
            <a:extLst>
              <a:ext uri="{FF2B5EF4-FFF2-40B4-BE49-F238E27FC236}">
                <a16:creationId xmlns:a16="http://schemas.microsoft.com/office/drawing/2014/main" id="{BE59A6AF-9971-3248-9927-BA064085013A}"/>
              </a:ext>
            </a:extLst>
          </p:cNvPr>
          <p:cNvCxnSpPr>
            <a:cxnSpLocks/>
            <a:endCxn id="32" idx="4"/>
          </p:cNvCxnSpPr>
          <p:nvPr/>
        </p:nvCxnSpPr>
        <p:spPr>
          <a:xfrm flipV="1">
            <a:off x="4504637" y="6050807"/>
            <a:ext cx="0" cy="362720"/>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352281FF-F26D-D43D-3133-8FED6FA3C083}"/>
              </a:ext>
            </a:extLst>
          </p:cNvPr>
          <p:cNvCxnSpPr>
            <a:cxnSpLocks/>
          </p:cNvCxnSpPr>
          <p:nvPr/>
        </p:nvCxnSpPr>
        <p:spPr>
          <a:xfrm flipH="1" flipV="1">
            <a:off x="4497765" y="3561354"/>
            <a:ext cx="2093" cy="2025640"/>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urved Connector 34">
            <a:extLst>
              <a:ext uri="{FF2B5EF4-FFF2-40B4-BE49-F238E27FC236}">
                <a16:creationId xmlns:a16="http://schemas.microsoft.com/office/drawing/2014/main" id="{14550C5C-A0EE-9940-131F-FD78F2BFA45D}"/>
              </a:ext>
            </a:extLst>
          </p:cNvPr>
          <p:cNvCxnSpPr>
            <a:cxnSpLocks/>
            <a:endCxn id="13" idx="4"/>
          </p:cNvCxnSpPr>
          <p:nvPr/>
        </p:nvCxnSpPr>
        <p:spPr>
          <a:xfrm flipV="1">
            <a:off x="4738376" y="5635594"/>
            <a:ext cx="433287" cy="223828"/>
          </a:xfrm>
          <a:prstGeom prst="curvedConnector2">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D8F06059-4826-7D60-7C4F-716DC4CB4F9A}"/>
              </a:ext>
            </a:extLst>
          </p:cNvPr>
          <p:cNvSpPr/>
          <p:nvPr/>
        </p:nvSpPr>
        <p:spPr>
          <a:xfrm>
            <a:off x="4426771" y="6413527"/>
            <a:ext cx="146173" cy="160083"/>
          </a:xfrm>
          <a:prstGeom prst="ellipse">
            <a:avLst/>
          </a:prstGeom>
          <a:solidFill>
            <a:srgbClr val="92D050"/>
          </a:solidFill>
          <a:ln w="38100"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37" name="TextBox 36">
            <a:extLst>
              <a:ext uri="{FF2B5EF4-FFF2-40B4-BE49-F238E27FC236}">
                <a16:creationId xmlns:a16="http://schemas.microsoft.com/office/drawing/2014/main" id="{6390580B-47CE-B670-3419-C390A79F8368}"/>
              </a:ext>
            </a:extLst>
          </p:cNvPr>
          <p:cNvSpPr txBox="1"/>
          <p:nvPr/>
        </p:nvSpPr>
        <p:spPr>
          <a:xfrm>
            <a:off x="4257154" y="6611779"/>
            <a:ext cx="481222" cy="246221"/>
          </a:xfrm>
          <a:prstGeom prst="rect">
            <a:avLst/>
          </a:prstGeom>
          <a:noFill/>
        </p:spPr>
        <p:txBody>
          <a:bodyPr wrap="none" rtlCol="0">
            <a:spAutoFit/>
          </a:bodyPr>
          <a:lstStyle/>
          <a:p>
            <a:r>
              <a:rPr lang="en-US" sz="1000" dirty="0"/>
              <a:t>Main</a:t>
            </a:r>
          </a:p>
        </p:txBody>
      </p:sp>
      <p:sp>
        <p:nvSpPr>
          <p:cNvPr id="38" name="TextBox 37">
            <a:extLst>
              <a:ext uri="{FF2B5EF4-FFF2-40B4-BE49-F238E27FC236}">
                <a16:creationId xmlns:a16="http://schemas.microsoft.com/office/drawing/2014/main" id="{4507D85B-33D6-09E1-3217-5F4B02923379}"/>
              </a:ext>
            </a:extLst>
          </p:cNvPr>
          <p:cNvSpPr txBox="1"/>
          <p:nvPr/>
        </p:nvSpPr>
        <p:spPr>
          <a:xfrm>
            <a:off x="4717777" y="6627167"/>
            <a:ext cx="830677" cy="215444"/>
          </a:xfrm>
          <a:prstGeom prst="rect">
            <a:avLst/>
          </a:prstGeom>
          <a:noFill/>
        </p:spPr>
        <p:txBody>
          <a:bodyPr wrap="none" rtlCol="0">
            <a:spAutoFit/>
          </a:bodyPr>
          <a:lstStyle/>
          <a:p>
            <a:r>
              <a:rPr lang="en-US" sz="800" dirty="0"/>
              <a:t>Development</a:t>
            </a:r>
          </a:p>
        </p:txBody>
      </p:sp>
      <p:cxnSp>
        <p:nvCxnSpPr>
          <p:cNvPr id="39" name="Straight Connector 38">
            <a:extLst>
              <a:ext uri="{FF2B5EF4-FFF2-40B4-BE49-F238E27FC236}">
                <a16:creationId xmlns:a16="http://schemas.microsoft.com/office/drawing/2014/main" id="{87945AAD-73C9-28F9-D17F-3C8B47FB14A9}"/>
              </a:ext>
            </a:extLst>
          </p:cNvPr>
          <p:cNvCxnSpPr>
            <a:cxnSpLocks/>
            <a:stCxn id="13" idx="4"/>
          </p:cNvCxnSpPr>
          <p:nvPr/>
        </p:nvCxnSpPr>
        <p:spPr>
          <a:xfrm>
            <a:off x="5171663" y="5635594"/>
            <a:ext cx="0" cy="92691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3836509C-42E7-C867-5499-ED5781A2025B}"/>
              </a:ext>
            </a:extLst>
          </p:cNvPr>
          <p:cNvSpPr txBox="1"/>
          <p:nvPr/>
        </p:nvSpPr>
        <p:spPr>
          <a:xfrm>
            <a:off x="5451532" y="6611779"/>
            <a:ext cx="641522" cy="246221"/>
          </a:xfrm>
          <a:prstGeom prst="rect">
            <a:avLst/>
          </a:prstGeom>
          <a:noFill/>
        </p:spPr>
        <p:txBody>
          <a:bodyPr wrap="none" rtlCol="0">
            <a:spAutoFit/>
          </a:bodyPr>
          <a:lstStyle/>
          <a:p>
            <a:r>
              <a:rPr lang="en-US" sz="1000" dirty="0"/>
              <a:t>Feature</a:t>
            </a:r>
          </a:p>
        </p:txBody>
      </p:sp>
      <p:cxnSp>
        <p:nvCxnSpPr>
          <p:cNvPr id="48" name="Straight Arrow Connector 47">
            <a:extLst>
              <a:ext uri="{FF2B5EF4-FFF2-40B4-BE49-F238E27FC236}">
                <a16:creationId xmlns:a16="http://schemas.microsoft.com/office/drawing/2014/main" id="{DE7A9F99-C445-C4F7-D184-C11A1D3C6281}"/>
              </a:ext>
            </a:extLst>
          </p:cNvPr>
          <p:cNvCxnSpPr>
            <a:cxnSpLocks/>
          </p:cNvCxnSpPr>
          <p:nvPr/>
        </p:nvCxnSpPr>
        <p:spPr>
          <a:xfrm flipV="1">
            <a:off x="5753135" y="3561354"/>
            <a:ext cx="11420" cy="2226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15AB4447-DB7A-7EFD-2015-0044BB0ED162}"/>
              </a:ext>
            </a:extLst>
          </p:cNvPr>
          <p:cNvSpPr txBox="1"/>
          <p:nvPr/>
        </p:nvSpPr>
        <p:spPr>
          <a:xfrm>
            <a:off x="2220684" y="5140497"/>
            <a:ext cx="1629164" cy="369332"/>
          </a:xfrm>
          <a:prstGeom prst="rect">
            <a:avLst/>
          </a:prstGeom>
          <a:noFill/>
        </p:spPr>
        <p:txBody>
          <a:bodyPr wrap="none" rtlCol="0">
            <a:spAutoFit/>
          </a:bodyPr>
          <a:lstStyle/>
          <a:p>
            <a:r>
              <a:rPr lang="en-US" dirty="0"/>
              <a:t>Development</a:t>
            </a:r>
          </a:p>
        </p:txBody>
      </p:sp>
    </p:spTree>
    <p:extLst>
      <p:ext uri="{BB962C8B-B14F-4D97-AF65-F5344CB8AC3E}">
        <p14:creationId xmlns:p14="http://schemas.microsoft.com/office/powerpoint/2010/main" val="33042503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8180C-50C8-66AC-0054-F7BE7E437B99}"/>
              </a:ext>
            </a:extLst>
          </p:cNvPr>
          <p:cNvSpPr>
            <a:spLocks noGrp="1"/>
          </p:cNvSpPr>
          <p:nvPr>
            <p:ph type="title"/>
          </p:nvPr>
        </p:nvSpPr>
        <p:spPr>
          <a:xfrm>
            <a:off x="972206" y="233686"/>
            <a:ext cx="5139341" cy="695556"/>
          </a:xfrm>
        </p:spPr>
        <p:txBody>
          <a:bodyPr/>
          <a:lstStyle/>
          <a:p>
            <a:r>
              <a:rPr lang="en-US" dirty="0"/>
              <a:t>Pull Requests</a:t>
            </a:r>
          </a:p>
        </p:txBody>
      </p:sp>
      <p:sp>
        <p:nvSpPr>
          <p:cNvPr id="3" name="Footer Placeholder 2">
            <a:extLst>
              <a:ext uri="{FF2B5EF4-FFF2-40B4-BE49-F238E27FC236}">
                <a16:creationId xmlns:a16="http://schemas.microsoft.com/office/drawing/2014/main" id="{F56014BA-E5E7-1D28-B33D-DF454FA992AC}"/>
              </a:ext>
            </a:extLst>
          </p:cNvPr>
          <p:cNvSpPr>
            <a:spLocks noGrp="1"/>
          </p:cNvSpPr>
          <p:nvPr>
            <p:ph type="ftr" sz="quarter" idx="10"/>
          </p:nvPr>
        </p:nvSpPr>
        <p:spPr/>
        <p:txBody>
          <a:bodyPr/>
          <a:lstStyle/>
          <a:p>
            <a:r>
              <a:rPr lang="en-ID" dirty="0"/>
              <a:t>GitHub Workflow Basics</a:t>
            </a:r>
          </a:p>
        </p:txBody>
      </p:sp>
      <p:sp>
        <p:nvSpPr>
          <p:cNvPr id="4" name="Slide Number Placeholder 3">
            <a:extLst>
              <a:ext uri="{FF2B5EF4-FFF2-40B4-BE49-F238E27FC236}">
                <a16:creationId xmlns:a16="http://schemas.microsoft.com/office/drawing/2014/main" id="{FAA94A8C-ED4B-8938-A4AF-8A6AC2E4AB19}"/>
              </a:ext>
            </a:extLst>
          </p:cNvPr>
          <p:cNvSpPr>
            <a:spLocks noGrp="1"/>
          </p:cNvSpPr>
          <p:nvPr>
            <p:ph type="sldNum" sz="quarter" idx="11"/>
          </p:nvPr>
        </p:nvSpPr>
        <p:spPr/>
        <p:txBody>
          <a:bodyPr/>
          <a:lstStyle/>
          <a:p>
            <a:fld id="{F5342A4C-1D06-4798-B51F-D5804CA03D28}" type="slidenum">
              <a:rPr lang="en-ID" smtClean="0"/>
              <a:pPr/>
              <a:t>38</a:t>
            </a:fld>
            <a:endParaRPr lang="en-ID" dirty="0"/>
          </a:p>
        </p:txBody>
      </p:sp>
      <p:sp>
        <p:nvSpPr>
          <p:cNvPr id="5" name="Text Placeholder 4">
            <a:extLst>
              <a:ext uri="{FF2B5EF4-FFF2-40B4-BE49-F238E27FC236}">
                <a16:creationId xmlns:a16="http://schemas.microsoft.com/office/drawing/2014/main" id="{6ED2A9E2-7258-B044-7199-90A11137C11B}"/>
              </a:ext>
            </a:extLst>
          </p:cNvPr>
          <p:cNvSpPr>
            <a:spLocks noGrp="1"/>
          </p:cNvSpPr>
          <p:nvPr>
            <p:ph type="body" sz="quarter" idx="15"/>
          </p:nvPr>
        </p:nvSpPr>
        <p:spPr>
          <a:xfrm>
            <a:off x="972206" y="1329704"/>
            <a:ext cx="4755405" cy="3042733"/>
          </a:xfrm>
        </p:spPr>
        <p:txBody>
          <a:bodyPr>
            <a:normAutofit/>
          </a:bodyPr>
          <a:lstStyle/>
          <a:p>
            <a:r>
              <a:rPr lang="en-US" sz="1800" dirty="0"/>
              <a:t>Pull requests are used to propose changes, discuss modifications, and review code before merging it into the main branch. They allow for collaboration, feedback, and ensuring code quality.</a:t>
            </a:r>
          </a:p>
        </p:txBody>
      </p:sp>
      <p:sp>
        <p:nvSpPr>
          <p:cNvPr id="6" name="Text Placeholder 5">
            <a:extLst>
              <a:ext uri="{FF2B5EF4-FFF2-40B4-BE49-F238E27FC236}">
                <a16:creationId xmlns:a16="http://schemas.microsoft.com/office/drawing/2014/main" id="{4C1D351C-5424-A53C-5890-62215683D238}"/>
              </a:ext>
            </a:extLst>
          </p:cNvPr>
          <p:cNvSpPr>
            <a:spLocks noGrp="1"/>
          </p:cNvSpPr>
          <p:nvPr>
            <p:ph type="body" sz="quarter" idx="16"/>
          </p:nvPr>
        </p:nvSpPr>
        <p:spPr>
          <a:xfrm>
            <a:off x="961624" y="1041209"/>
            <a:ext cx="4765987" cy="340659"/>
          </a:xfrm>
        </p:spPr>
        <p:txBody>
          <a:bodyPr/>
          <a:lstStyle/>
          <a:p>
            <a:r>
              <a:rPr lang="en-US" sz="1800" dirty="0"/>
              <a:t>Purpose of Pull Requests</a:t>
            </a:r>
          </a:p>
        </p:txBody>
      </p:sp>
      <p:sp>
        <p:nvSpPr>
          <p:cNvPr id="8" name="Text Placeholder 7">
            <a:extLst>
              <a:ext uri="{FF2B5EF4-FFF2-40B4-BE49-F238E27FC236}">
                <a16:creationId xmlns:a16="http://schemas.microsoft.com/office/drawing/2014/main" id="{B817172F-9860-F764-AC64-C8326D759721}"/>
              </a:ext>
            </a:extLst>
          </p:cNvPr>
          <p:cNvSpPr>
            <a:spLocks noGrp="1"/>
          </p:cNvSpPr>
          <p:nvPr>
            <p:ph type="body" sz="quarter" idx="19"/>
          </p:nvPr>
        </p:nvSpPr>
        <p:spPr>
          <a:xfrm>
            <a:off x="6464391" y="3539289"/>
            <a:ext cx="4456240" cy="2644553"/>
          </a:xfrm>
        </p:spPr>
        <p:txBody>
          <a:bodyPr>
            <a:normAutofit/>
          </a:bodyPr>
          <a:lstStyle/>
          <a:p>
            <a:r>
              <a:rPr lang="en-US" sz="1800" dirty="0"/>
              <a:t>When creating a pull request, developers provide context about the changes, request reviews from team members, run automated tests, and ensure that the code meets the project's standards before merging.</a:t>
            </a:r>
          </a:p>
        </p:txBody>
      </p:sp>
      <p:sp>
        <p:nvSpPr>
          <p:cNvPr id="9" name="Text Placeholder 8">
            <a:extLst>
              <a:ext uri="{FF2B5EF4-FFF2-40B4-BE49-F238E27FC236}">
                <a16:creationId xmlns:a16="http://schemas.microsoft.com/office/drawing/2014/main" id="{0D8ACC89-88DF-B2CA-BA41-09621179D4FC}"/>
              </a:ext>
            </a:extLst>
          </p:cNvPr>
          <p:cNvSpPr>
            <a:spLocks noGrp="1"/>
          </p:cNvSpPr>
          <p:nvPr>
            <p:ph type="body" sz="quarter" idx="20"/>
          </p:nvPr>
        </p:nvSpPr>
        <p:spPr>
          <a:xfrm>
            <a:off x="6464391" y="3198630"/>
            <a:ext cx="4456240" cy="340659"/>
          </a:xfrm>
        </p:spPr>
        <p:txBody>
          <a:bodyPr/>
          <a:lstStyle/>
          <a:p>
            <a:r>
              <a:rPr lang="en-US" sz="1800" dirty="0"/>
              <a:t>Creation Process</a:t>
            </a:r>
          </a:p>
        </p:txBody>
      </p:sp>
      <p:pic>
        <p:nvPicPr>
          <p:cNvPr id="19" name="Picture 18" descr="A hand cursor clicking on a green button&#10;&#10;Description automatically generated">
            <a:extLst>
              <a:ext uri="{FF2B5EF4-FFF2-40B4-BE49-F238E27FC236}">
                <a16:creationId xmlns:a16="http://schemas.microsoft.com/office/drawing/2014/main" id="{8FF3EE9F-61B9-B2B1-51EB-C96C9E850588}"/>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464391" y="1157841"/>
            <a:ext cx="3514080" cy="1469001"/>
          </a:xfrm>
          <a:prstGeom prst="rect">
            <a:avLst/>
          </a:prstGeom>
        </p:spPr>
      </p:pic>
      <p:pic>
        <p:nvPicPr>
          <p:cNvPr id="26" name="Graphic 25" descr="Person with idea with solid fill">
            <a:extLst>
              <a:ext uri="{FF2B5EF4-FFF2-40B4-BE49-F238E27FC236}">
                <a16:creationId xmlns:a16="http://schemas.microsoft.com/office/drawing/2014/main" id="{B5E51E50-46C7-5F32-B192-3F04AA2A775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84675" y="3198630"/>
            <a:ext cx="2526017" cy="2526017"/>
          </a:xfrm>
          <a:prstGeom prst="rect">
            <a:avLst/>
          </a:prstGeom>
        </p:spPr>
      </p:pic>
    </p:spTree>
    <p:extLst>
      <p:ext uri="{BB962C8B-B14F-4D97-AF65-F5344CB8AC3E}">
        <p14:creationId xmlns:p14="http://schemas.microsoft.com/office/powerpoint/2010/main" val="7057216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E856A-CAFA-FC93-9AF0-3EC266A260DC}"/>
              </a:ext>
            </a:extLst>
          </p:cNvPr>
          <p:cNvSpPr>
            <a:spLocks noGrp="1"/>
          </p:cNvSpPr>
          <p:nvPr>
            <p:ph type="title"/>
          </p:nvPr>
        </p:nvSpPr>
        <p:spPr/>
        <p:txBody>
          <a:bodyPr/>
          <a:lstStyle/>
          <a:p>
            <a:r>
              <a:rPr lang="en-US" dirty="0"/>
              <a:t>Collaboration and Code Review</a:t>
            </a:r>
          </a:p>
        </p:txBody>
      </p:sp>
      <p:sp>
        <p:nvSpPr>
          <p:cNvPr id="3" name="Footer Placeholder 2">
            <a:extLst>
              <a:ext uri="{FF2B5EF4-FFF2-40B4-BE49-F238E27FC236}">
                <a16:creationId xmlns:a16="http://schemas.microsoft.com/office/drawing/2014/main" id="{DC03A7DC-3F2F-E40B-1EAF-46B60493BF08}"/>
              </a:ext>
            </a:extLst>
          </p:cNvPr>
          <p:cNvSpPr>
            <a:spLocks noGrp="1"/>
          </p:cNvSpPr>
          <p:nvPr>
            <p:ph type="ftr" sz="quarter" idx="10"/>
          </p:nvPr>
        </p:nvSpPr>
        <p:spPr/>
        <p:txBody>
          <a:bodyPr/>
          <a:lstStyle/>
          <a:p>
            <a:r>
              <a:rPr lang="en-ID"/>
              <a:t>GitHub Workflow Basics</a:t>
            </a:r>
            <a:endParaRPr lang="en-ID" dirty="0"/>
          </a:p>
        </p:txBody>
      </p:sp>
      <p:sp>
        <p:nvSpPr>
          <p:cNvPr id="4" name="Slide Number Placeholder 3">
            <a:extLst>
              <a:ext uri="{FF2B5EF4-FFF2-40B4-BE49-F238E27FC236}">
                <a16:creationId xmlns:a16="http://schemas.microsoft.com/office/drawing/2014/main" id="{816F08FE-FDAD-8C94-9ABA-0D2CCB1793EC}"/>
              </a:ext>
            </a:extLst>
          </p:cNvPr>
          <p:cNvSpPr>
            <a:spLocks noGrp="1"/>
          </p:cNvSpPr>
          <p:nvPr>
            <p:ph type="sldNum" sz="quarter" idx="11"/>
          </p:nvPr>
        </p:nvSpPr>
        <p:spPr/>
        <p:txBody>
          <a:bodyPr/>
          <a:lstStyle/>
          <a:p>
            <a:fld id="{F5342A4C-1D06-4798-B51F-D5804CA03D28}" type="slidenum">
              <a:rPr lang="en-ID" smtClean="0"/>
              <a:pPr/>
              <a:t>39</a:t>
            </a:fld>
            <a:endParaRPr lang="en-ID" dirty="0"/>
          </a:p>
        </p:txBody>
      </p:sp>
      <p:sp>
        <p:nvSpPr>
          <p:cNvPr id="5" name="Text Placeholder 4">
            <a:extLst>
              <a:ext uri="{FF2B5EF4-FFF2-40B4-BE49-F238E27FC236}">
                <a16:creationId xmlns:a16="http://schemas.microsoft.com/office/drawing/2014/main" id="{AF9B402E-79E4-D46B-6D42-7E284A722E8F}"/>
              </a:ext>
            </a:extLst>
          </p:cNvPr>
          <p:cNvSpPr>
            <a:spLocks noGrp="1"/>
          </p:cNvSpPr>
          <p:nvPr>
            <p:ph type="body" sz="quarter" idx="15"/>
          </p:nvPr>
        </p:nvSpPr>
        <p:spPr/>
        <p:txBody>
          <a:bodyPr>
            <a:normAutofit/>
          </a:bodyPr>
          <a:lstStyle/>
          <a:p>
            <a:r>
              <a:rPr lang="en-US" sz="2000" dirty="0"/>
              <a:t>GitHub facilitates collaboration by providing tools for code review, discussions, and pull request comments. It fosters teamwork, knowledge sharing, and error detection through code reviews.</a:t>
            </a:r>
          </a:p>
        </p:txBody>
      </p:sp>
      <p:sp>
        <p:nvSpPr>
          <p:cNvPr id="6" name="Text Placeholder 5">
            <a:extLst>
              <a:ext uri="{FF2B5EF4-FFF2-40B4-BE49-F238E27FC236}">
                <a16:creationId xmlns:a16="http://schemas.microsoft.com/office/drawing/2014/main" id="{1B543382-1868-F845-8227-D97A7927997D}"/>
              </a:ext>
            </a:extLst>
          </p:cNvPr>
          <p:cNvSpPr>
            <a:spLocks noGrp="1"/>
          </p:cNvSpPr>
          <p:nvPr>
            <p:ph type="body" sz="quarter" idx="16"/>
          </p:nvPr>
        </p:nvSpPr>
        <p:spPr/>
        <p:txBody>
          <a:bodyPr/>
          <a:lstStyle/>
          <a:p>
            <a:r>
              <a:rPr lang="en-US" sz="2000" dirty="0"/>
              <a:t>Facilitating Collaboration</a:t>
            </a:r>
          </a:p>
        </p:txBody>
      </p:sp>
      <p:pic>
        <p:nvPicPr>
          <p:cNvPr id="10" name="Picture Placeholder 9">
            <a:extLst>
              <a:ext uri="{FF2B5EF4-FFF2-40B4-BE49-F238E27FC236}">
                <a16:creationId xmlns:a16="http://schemas.microsoft.com/office/drawing/2014/main" id="{449A0D51-2AD6-77FE-6F6E-410ABA7AB57E}"/>
              </a:ext>
            </a:extLst>
          </p:cNvPr>
          <p:cNvPicPr>
            <a:picLocks noGrp="1" noChangeAspect="1"/>
          </p:cNvPicPr>
          <p:nvPr>
            <p:ph type="pic" sz="quarter" idx="17"/>
          </p:nvPr>
        </p:nvPicPr>
        <p:blipFill>
          <a:blip r:embed="rId2"/>
          <a:srcRect t="7811" b="7811"/>
          <a:stretch>
            <a:fillRect/>
          </a:stretch>
        </p:blipFill>
        <p:spPr>
          <a:xfrm>
            <a:off x="5650560" y="423110"/>
            <a:ext cx="5305421" cy="2984299"/>
          </a:xfrm>
        </p:spPr>
      </p:pic>
      <p:sp>
        <p:nvSpPr>
          <p:cNvPr id="8" name="Text Placeholder 7">
            <a:extLst>
              <a:ext uri="{FF2B5EF4-FFF2-40B4-BE49-F238E27FC236}">
                <a16:creationId xmlns:a16="http://schemas.microsoft.com/office/drawing/2014/main" id="{F28D1167-758F-CFB4-A213-9D740283F37C}"/>
              </a:ext>
            </a:extLst>
          </p:cNvPr>
          <p:cNvSpPr>
            <a:spLocks noGrp="1"/>
          </p:cNvSpPr>
          <p:nvPr>
            <p:ph type="body" sz="quarter" idx="18"/>
          </p:nvPr>
        </p:nvSpPr>
        <p:spPr/>
        <p:txBody>
          <a:bodyPr>
            <a:normAutofit/>
          </a:bodyPr>
          <a:lstStyle/>
          <a:p>
            <a:r>
              <a:rPr lang="en-US" sz="2000" dirty="0"/>
              <a:t>Code reviews in GitHub involve team members reviewing code changes, providing feedback, suggesting improvements, and ensuring code quality. They play a vital role in maintaining code consistency and quality standards.</a:t>
            </a:r>
          </a:p>
        </p:txBody>
      </p:sp>
      <p:sp>
        <p:nvSpPr>
          <p:cNvPr id="9" name="Text Placeholder 8">
            <a:extLst>
              <a:ext uri="{FF2B5EF4-FFF2-40B4-BE49-F238E27FC236}">
                <a16:creationId xmlns:a16="http://schemas.microsoft.com/office/drawing/2014/main" id="{EF5EF7F9-87DD-B035-CBB6-4295934401D2}"/>
              </a:ext>
            </a:extLst>
          </p:cNvPr>
          <p:cNvSpPr>
            <a:spLocks noGrp="1"/>
          </p:cNvSpPr>
          <p:nvPr>
            <p:ph type="body" sz="quarter" idx="19"/>
          </p:nvPr>
        </p:nvSpPr>
        <p:spPr/>
        <p:txBody>
          <a:bodyPr/>
          <a:lstStyle/>
          <a:p>
            <a:r>
              <a:rPr lang="en-US" sz="2000" dirty="0"/>
              <a:t>Code Review Process</a:t>
            </a:r>
          </a:p>
        </p:txBody>
      </p:sp>
    </p:spTree>
    <p:extLst>
      <p:ext uri="{BB962C8B-B14F-4D97-AF65-F5344CB8AC3E}">
        <p14:creationId xmlns:p14="http://schemas.microsoft.com/office/powerpoint/2010/main" val="33964932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1F261-E4DD-D02B-4378-E28B950D8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E70886-DB2E-544E-29F3-F5172908239E}"/>
              </a:ext>
            </a:extLst>
          </p:cNvPr>
          <p:cNvSpPr>
            <a:spLocks noGrp="1"/>
          </p:cNvSpPr>
          <p:nvPr>
            <p:ph type="title"/>
          </p:nvPr>
        </p:nvSpPr>
        <p:spPr>
          <a:xfrm>
            <a:off x="972206" y="233686"/>
            <a:ext cx="8554349" cy="695556"/>
          </a:xfrm>
        </p:spPr>
        <p:txBody>
          <a:bodyPr>
            <a:normAutofit fontScale="90000"/>
          </a:bodyPr>
          <a:lstStyle/>
          <a:p>
            <a:r>
              <a:rPr lang="en-US" dirty="0"/>
              <a:t>Activity! Create Pull Requests</a:t>
            </a:r>
          </a:p>
        </p:txBody>
      </p:sp>
      <p:sp>
        <p:nvSpPr>
          <p:cNvPr id="3" name="Footer Placeholder 2">
            <a:extLst>
              <a:ext uri="{FF2B5EF4-FFF2-40B4-BE49-F238E27FC236}">
                <a16:creationId xmlns:a16="http://schemas.microsoft.com/office/drawing/2014/main" id="{C499721A-972E-D875-7BC0-C6C84848EA86}"/>
              </a:ext>
            </a:extLst>
          </p:cNvPr>
          <p:cNvSpPr>
            <a:spLocks noGrp="1"/>
          </p:cNvSpPr>
          <p:nvPr>
            <p:ph type="ftr" sz="quarter" idx="10"/>
          </p:nvPr>
        </p:nvSpPr>
        <p:spPr/>
        <p:txBody>
          <a:bodyPr/>
          <a:lstStyle/>
          <a:p>
            <a:r>
              <a:rPr lang="en-ID" dirty="0"/>
              <a:t>GitHub Workflow Basics</a:t>
            </a:r>
          </a:p>
        </p:txBody>
      </p:sp>
      <p:sp>
        <p:nvSpPr>
          <p:cNvPr id="4" name="Slide Number Placeholder 3">
            <a:extLst>
              <a:ext uri="{FF2B5EF4-FFF2-40B4-BE49-F238E27FC236}">
                <a16:creationId xmlns:a16="http://schemas.microsoft.com/office/drawing/2014/main" id="{48065B16-5F6B-2A30-BF62-15EFA27FA5EF}"/>
              </a:ext>
            </a:extLst>
          </p:cNvPr>
          <p:cNvSpPr>
            <a:spLocks noGrp="1"/>
          </p:cNvSpPr>
          <p:nvPr>
            <p:ph type="sldNum" sz="quarter" idx="11"/>
          </p:nvPr>
        </p:nvSpPr>
        <p:spPr/>
        <p:txBody>
          <a:bodyPr/>
          <a:lstStyle/>
          <a:p>
            <a:fld id="{F5342A4C-1D06-4798-B51F-D5804CA03D28}" type="slidenum">
              <a:rPr lang="en-ID" smtClean="0"/>
              <a:pPr/>
              <a:t>40</a:t>
            </a:fld>
            <a:endParaRPr lang="en-ID" dirty="0"/>
          </a:p>
        </p:txBody>
      </p:sp>
      <p:pic>
        <p:nvPicPr>
          <p:cNvPr id="10" name="Picture Placeholder 9">
            <a:extLst>
              <a:ext uri="{FF2B5EF4-FFF2-40B4-BE49-F238E27FC236}">
                <a16:creationId xmlns:a16="http://schemas.microsoft.com/office/drawing/2014/main" id="{5F60FF2C-6AD6-2605-6429-BD878556C354}"/>
              </a:ext>
            </a:extLst>
          </p:cNvPr>
          <p:cNvPicPr>
            <a:picLocks noGrp="1" noChangeAspect="1"/>
          </p:cNvPicPr>
          <p:nvPr>
            <p:ph type="pic" sz="quarter" idx="17"/>
          </p:nvPr>
        </p:nvPicPr>
        <p:blipFill>
          <a:blip r:embed="rId3"/>
          <a:srcRect l="6257" t="11179" r="9220" b="4684"/>
          <a:stretch/>
        </p:blipFill>
        <p:spPr>
          <a:xfrm>
            <a:off x="972206" y="1098404"/>
            <a:ext cx="4983480" cy="2834640"/>
          </a:xfrm>
        </p:spPr>
      </p:pic>
      <p:pic>
        <p:nvPicPr>
          <p:cNvPr id="22" name="Picture 21">
            <a:extLst>
              <a:ext uri="{FF2B5EF4-FFF2-40B4-BE49-F238E27FC236}">
                <a16:creationId xmlns:a16="http://schemas.microsoft.com/office/drawing/2014/main" id="{475B2F6D-AF00-88A3-F9CB-D42D74532E14}"/>
              </a:ext>
            </a:extLst>
          </p:cNvPr>
          <p:cNvPicPr>
            <a:picLocks noChangeAspect="1"/>
          </p:cNvPicPr>
          <p:nvPr/>
        </p:nvPicPr>
        <p:blipFill>
          <a:blip r:embed="rId4"/>
          <a:stretch>
            <a:fillRect/>
          </a:stretch>
        </p:blipFill>
        <p:spPr>
          <a:xfrm>
            <a:off x="4308759" y="3081281"/>
            <a:ext cx="7772400" cy="3467686"/>
          </a:xfrm>
          <a:prstGeom prst="rect">
            <a:avLst/>
          </a:prstGeom>
        </p:spPr>
      </p:pic>
    </p:spTree>
    <p:extLst>
      <p:ext uri="{BB962C8B-B14F-4D97-AF65-F5344CB8AC3E}">
        <p14:creationId xmlns:p14="http://schemas.microsoft.com/office/powerpoint/2010/main" val="39023253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8180C-50C8-66AC-0054-F7BE7E437B99}"/>
              </a:ext>
            </a:extLst>
          </p:cNvPr>
          <p:cNvSpPr>
            <a:spLocks noGrp="1"/>
          </p:cNvSpPr>
          <p:nvPr>
            <p:ph type="title"/>
          </p:nvPr>
        </p:nvSpPr>
        <p:spPr>
          <a:xfrm>
            <a:off x="819399" y="245053"/>
            <a:ext cx="7785339" cy="817476"/>
          </a:xfrm>
        </p:spPr>
        <p:txBody>
          <a:bodyPr>
            <a:normAutofit/>
          </a:bodyPr>
          <a:lstStyle/>
          <a:p>
            <a:r>
              <a:rPr lang="en-US" dirty="0"/>
              <a:t>Activity! Pull Requests</a:t>
            </a:r>
          </a:p>
        </p:txBody>
      </p:sp>
      <p:sp>
        <p:nvSpPr>
          <p:cNvPr id="3" name="Footer Placeholder 2">
            <a:extLst>
              <a:ext uri="{FF2B5EF4-FFF2-40B4-BE49-F238E27FC236}">
                <a16:creationId xmlns:a16="http://schemas.microsoft.com/office/drawing/2014/main" id="{F56014BA-E5E7-1D28-B33D-DF454FA992AC}"/>
              </a:ext>
            </a:extLst>
          </p:cNvPr>
          <p:cNvSpPr>
            <a:spLocks noGrp="1"/>
          </p:cNvSpPr>
          <p:nvPr>
            <p:ph type="ftr" sz="quarter" idx="10"/>
          </p:nvPr>
        </p:nvSpPr>
        <p:spPr/>
        <p:txBody>
          <a:bodyPr/>
          <a:lstStyle/>
          <a:p>
            <a:r>
              <a:rPr lang="en-ID"/>
              <a:t>GitHub Workflow Basics</a:t>
            </a:r>
            <a:endParaRPr lang="en-ID" dirty="0"/>
          </a:p>
        </p:txBody>
      </p:sp>
      <p:pic>
        <p:nvPicPr>
          <p:cNvPr id="4" name="Picture 3">
            <a:extLst>
              <a:ext uri="{FF2B5EF4-FFF2-40B4-BE49-F238E27FC236}">
                <a16:creationId xmlns:a16="http://schemas.microsoft.com/office/drawing/2014/main" id="{6B8ECDEE-B2D6-8D9A-1821-5AC01D5D9AB6}"/>
              </a:ext>
            </a:extLst>
          </p:cNvPr>
          <p:cNvPicPr>
            <a:picLocks noChangeAspect="1"/>
          </p:cNvPicPr>
          <p:nvPr/>
        </p:nvPicPr>
        <p:blipFill>
          <a:blip r:embed="rId3"/>
          <a:stretch>
            <a:fillRect/>
          </a:stretch>
        </p:blipFill>
        <p:spPr>
          <a:xfrm>
            <a:off x="819399" y="4062235"/>
            <a:ext cx="11229142" cy="1922961"/>
          </a:xfrm>
          <a:prstGeom prst="rect">
            <a:avLst/>
          </a:prstGeom>
        </p:spPr>
      </p:pic>
      <p:pic>
        <p:nvPicPr>
          <p:cNvPr id="6" name="Picture 5">
            <a:extLst>
              <a:ext uri="{FF2B5EF4-FFF2-40B4-BE49-F238E27FC236}">
                <a16:creationId xmlns:a16="http://schemas.microsoft.com/office/drawing/2014/main" id="{47773C2E-5483-8EF2-C340-276E4A614889}"/>
              </a:ext>
            </a:extLst>
          </p:cNvPr>
          <p:cNvPicPr>
            <a:picLocks noChangeAspect="1"/>
          </p:cNvPicPr>
          <p:nvPr/>
        </p:nvPicPr>
        <p:blipFill>
          <a:blip r:embed="rId4"/>
          <a:stretch>
            <a:fillRect/>
          </a:stretch>
        </p:blipFill>
        <p:spPr>
          <a:xfrm>
            <a:off x="819399" y="1375724"/>
            <a:ext cx="5289103" cy="2373316"/>
          </a:xfrm>
          <a:prstGeom prst="rect">
            <a:avLst/>
          </a:prstGeom>
        </p:spPr>
      </p:pic>
    </p:spTree>
    <p:extLst>
      <p:ext uri="{BB962C8B-B14F-4D97-AF65-F5344CB8AC3E}">
        <p14:creationId xmlns:p14="http://schemas.microsoft.com/office/powerpoint/2010/main" val="37893975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52F06-1CC7-3B0B-71EB-A216428133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F22A54-7F7F-50FA-5ACE-7430E22C8E00}"/>
              </a:ext>
            </a:extLst>
          </p:cNvPr>
          <p:cNvSpPr>
            <a:spLocks noGrp="1"/>
          </p:cNvSpPr>
          <p:nvPr>
            <p:ph type="title"/>
          </p:nvPr>
        </p:nvSpPr>
        <p:spPr>
          <a:xfrm>
            <a:off x="819399" y="225045"/>
            <a:ext cx="5139341" cy="817476"/>
          </a:xfrm>
        </p:spPr>
        <p:txBody>
          <a:bodyPr/>
          <a:lstStyle/>
          <a:p>
            <a:r>
              <a:rPr lang="en-US" dirty="0"/>
              <a:t>Pull Requests</a:t>
            </a:r>
          </a:p>
        </p:txBody>
      </p:sp>
      <p:sp>
        <p:nvSpPr>
          <p:cNvPr id="3" name="Footer Placeholder 2">
            <a:extLst>
              <a:ext uri="{FF2B5EF4-FFF2-40B4-BE49-F238E27FC236}">
                <a16:creationId xmlns:a16="http://schemas.microsoft.com/office/drawing/2014/main" id="{B83409EB-3268-5574-167F-68D4E87228A5}"/>
              </a:ext>
            </a:extLst>
          </p:cNvPr>
          <p:cNvSpPr>
            <a:spLocks noGrp="1"/>
          </p:cNvSpPr>
          <p:nvPr>
            <p:ph type="ftr" sz="quarter" idx="10"/>
          </p:nvPr>
        </p:nvSpPr>
        <p:spPr/>
        <p:txBody>
          <a:bodyPr/>
          <a:lstStyle/>
          <a:p>
            <a:r>
              <a:rPr lang="en-ID"/>
              <a:t>GitHub Workflow Basics</a:t>
            </a:r>
            <a:endParaRPr lang="en-ID" dirty="0"/>
          </a:p>
        </p:txBody>
      </p:sp>
      <p:pic>
        <p:nvPicPr>
          <p:cNvPr id="7" name="Picture 6">
            <a:extLst>
              <a:ext uri="{FF2B5EF4-FFF2-40B4-BE49-F238E27FC236}">
                <a16:creationId xmlns:a16="http://schemas.microsoft.com/office/drawing/2014/main" id="{C0D319E2-DA61-D8CA-CEE2-09BCBEA36845}"/>
              </a:ext>
            </a:extLst>
          </p:cNvPr>
          <p:cNvPicPr>
            <a:picLocks noChangeAspect="1"/>
          </p:cNvPicPr>
          <p:nvPr/>
        </p:nvPicPr>
        <p:blipFill>
          <a:blip r:embed="rId3"/>
          <a:stretch>
            <a:fillRect/>
          </a:stretch>
        </p:blipFill>
        <p:spPr>
          <a:xfrm>
            <a:off x="819399" y="1080158"/>
            <a:ext cx="10159877" cy="5678951"/>
          </a:xfrm>
          <a:prstGeom prst="rect">
            <a:avLst/>
          </a:prstGeom>
        </p:spPr>
      </p:pic>
    </p:spTree>
    <p:extLst>
      <p:ext uri="{BB962C8B-B14F-4D97-AF65-F5344CB8AC3E}">
        <p14:creationId xmlns:p14="http://schemas.microsoft.com/office/powerpoint/2010/main" val="23603472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raphic 7" descr="Cloud with solid fill">
            <a:extLst>
              <a:ext uri="{FF2B5EF4-FFF2-40B4-BE49-F238E27FC236}">
                <a16:creationId xmlns:a16="http://schemas.microsoft.com/office/drawing/2014/main" id="{6B5C8F77-50BC-1587-C012-53761C6BB069}"/>
              </a:ext>
            </a:extLst>
          </p:cNvPr>
          <p:cNvSpPr/>
          <p:nvPr/>
        </p:nvSpPr>
        <p:spPr>
          <a:xfrm>
            <a:off x="1352282" y="1058325"/>
            <a:ext cx="10122793" cy="2099681"/>
          </a:xfrm>
          <a:custGeom>
            <a:avLst/>
            <a:gdLst>
              <a:gd name="connsiteX0" fmla="*/ 3167159 w 3687865"/>
              <a:gd name="connsiteY0" fmla="*/ 1045142 h 2099681"/>
              <a:gd name="connsiteX1" fmla="*/ 3123402 w 3687865"/>
              <a:gd name="connsiteY1" fmla="*/ 1045142 h 2099681"/>
              <a:gd name="connsiteX2" fmla="*/ 3123402 w 3687865"/>
              <a:gd name="connsiteY2" fmla="*/ 1045142 h 2099681"/>
              <a:gd name="connsiteX3" fmla="*/ 2847734 w 3687865"/>
              <a:gd name="connsiteY3" fmla="*/ 511308 h 2099681"/>
              <a:gd name="connsiteX4" fmla="*/ 2248265 w 3687865"/>
              <a:gd name="connsiteY4" fmla="*/ 428170 h 2099681"/>
              <a:gd name="connsiteX5" fmla="*/ 1364376 w 3687865"/>
              <a:gd name="connsiteY5" fmla="*/ 21231 h 2099681"/>
              <a:gd name="connsiteX6" fmla="*/ 760531 w 3687865"/>
              <a:gd name="connsiteY6" fmla="*/ 782600 h 2099681"/>
              <a:gd name="connsiteX7" fmla="*/ 760531 w 3687865"/>
              <a:gd name="connsiteY7" fmla="*/ 791352 h 2099681"/>
              <a:gd name="connsiteX8" fmla="*/ 130432 w 3687865"/>
              <a:gd name="connsiteY8" fmla="*/ 1045142 h 2099681"/>
              <a:gd name="connsiteX9" fmla="*/ 60421 w 3687865"/>
              <a:gd name="connsiteY9" fmla="*/ 1718997 h 2099681"/>
              <a:gd name="connsiteX10" fmla="*/ 624885 w 3687865"/>
              <a:gd name="connsiteY10" fmla="*/ 2095306 h 2099681"/>
              <a:gd name="connsiteX11" fmla="*/ 624885 w 3687865"/>
              <a:gd name="connsiteY11" fmla="*/ 2099682 h 2099681"/>
              <a:gd name="connsiteX12" fmla="*/ 3162783 w 3687865"/>
              <a:gd name="connsiteY12" fmla="*/ 2099682 h 2099681"/>
              <a:gd name="connsiteX13" fmla="*/ 3687865 w 3687865"/>
              <a:gd name="connsiteY13" fmla="*/ 1574600 h 2099681"/>
              <a:gd name="connsiteX14" fmla="*/ 3167159 w 3687865"/>
              <a:gd name="connsiteY14" fmla="*/ 1045142 h 209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7865" h="2099681">
                <a:moveTo>
                  <a:pt x="3167159" y="1045142"/>
                </a:moveTo>
                <a:cubicBezTo>
                  <a:pt x="3154032" y="1045142"/>
                  <a:pt x="3136529" y="1045142"/>
                  <a:pt x="3123402" y="1045142"/>
                </a:cubicBezTo>
                <a:cubicBezTo>
                  <a:pt x="3123402" y="1045142"/>
                  <a:pt x="3123402" y="1045142"/>
                  <a:pt x="3123402" y="1045142"/>
                </a:cubicBezTo>
                <a:cubicBezTo>
                  <a:pt x="3123402" y="830733"/>
                  <a:pt x="3018385" y="633827"/>
                  <a:pt x="2847734" y="511308"/>
                </a:cubicBezTo>
                <a:cubicBezTo>
                  <a:pt x="2672706" y="388789"/>
                  <a:pt x="2449546" y="358159"/>
                  <a:pt x="2248265" y="428170"/>
                </a:cubicBezTo>
                <a:cubicBezTo>
                  <a:pt x="2081988" y="104369"/>
                  <a:pt x="1714431" y="-61907"/>
                  <a:pt x="1364376" y="21231"/>
                </a:cubicBezTo>
                <a:cubicBezTo>
                  <a:pt x="1014321" y="104369"/>
                  <a:pt x="760531" y="419418"/>
                  <a:pt x="760531" y="782600"/>
                </a:cubicBezTo>
                <a:cubicBezTo>
                  <a:pt x="760531" y="782600"/>
                  <a:pt x="760531" y="786976"/>
                  <a:pt x="760531" y="791352"/>
                </a:cubicBezTo>
                <a:cubicBezTo>
                  <a:pt x="519868" y="751971"/>
                  <a:pt x="279205" y="852611"/>
                  <a:pt x="130432" y="1045142"/>
                </a:cubicBezTo>
                <a:cubicBezTo>
                  <a:pt x="-13966" y="1242047"/>
                  <a:pt x="-40220" y="1500213"/>
                  <a:pt x="60421" y="1718997"/>
                </a:cubicBezTo>
                <a:cubicBezTo>
                  <a:pt x="165438" y="1937782"/>
                  <a:pt x="384222" y="2082179"/>
                  <a:pt x="624885" y="2095306"/>
                </a:cubicBezTo>
                <a:lnTo>
                  <a:pt x="624885" y="2099682"/>
                </a:lnTo>
                <a:lnTo>
                  <a:pt x="3162783" y="2099682"/>
                </a:lnTo>
                <a:cubicBezTo>
                  <a:pt x="3451578" y="2099682"/>
                  <a:pt x="3687865" y="1863395"/>
                  <a:pt x="3687865" y="1574600"/>
                </a:cubicBezTo>
                <a:cubicBezTo>
                  <a:pt x="3687865" y="1285804"/>
                  <a:pt x="3455954" y="1045142"/>
                  <a:pt x="3167159" y="1045142"/>
                </a:cubicBezTo>
                <a:close/>
              </a:path>
            </a:pathLst>
          </a:custGeom>
          <a:solidFill>
            <a:srgbClr val="00B0F0"/>
          </a:solidFill>
          <a:ln w="43755" cap="flat">
            <a:noFill/>
            <a:prstDash val="solid"/>
            <a:miter/>
          </a:ln>
        </p:spPr>
        <p:txBody>
          <a:bodyPr rtlCol="0" anchor="ctr"/>
          <a:lstStyle/>
          <a:p>
            <a:endParaRPr lang="en-US" dirty="0"/>
          </a:p>
        </p:txBody>
      </p:sp>
      <p:sp>
        <p:nvSpPr>
          <p:cNvPr id="2" name="Slide Number Placeholder 1">
            <a:extLst>
              <a:ext uri="{FF2B5EF4-FFF2-40B4-BE49-F238E27FC236}">
                <a16:creationId xmlns:a16="http://schemas.microsoft.com/office/drawing/2014/main" id="{7631F239-9879-CE23-BDFB-15FEEE07B879}"/>
              </a:ext>
            </a:extLst>
          </p:cNvPr>
          <p:cNvSpPr>
            <a:spLocks noGrp="1"/>
          </p:cNvSpPr>
          <p:nvPr>
            <p:ph type="sldNum" sz="quarter" idx="10"/>
          </p:nvPr>
        </p:nvSpPr>
        <p:spPr/>
        <p:txBody>
          <a:bodyPr/>
          <a:lstStyle/>
          <a:p>
            <a:fld id="{F5342A4C-1D06-4798-B51F-D5804CA03D28}" type="slidenum">
              <a:rPr lang="en-ID" smtClean="0"/>
              <a:pPr/>
              <a:t>43</a:t>
            </a:fld>
            <a:endParaRPr lang="en-ID" dirty="0"/>
          </a:p>
        </p:txBody>
      </p:sp>
      <p:sp>
        <p:nvSpPr>
          <p:cNvPr id="3" name="Footer Placeholder 2">
            <a:extLst>
              <a:ext uri="{FF2B5EF4-FFF2-40B4-BE49-F238E27FC236}">
                <a16:creationId xmlns:a16="http://schemas.microsoft.com/office/drawing/2014/main" id="{6518D3DE-8B6F-727C-47D3-D56CD21CC3E3}"/>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37F9A8C9-83BE-5609-0B0F-FAAF049AA163}"/>
              </a:ext>
            </a:extLst>
          </p:cNvPr>
          <p:cNvSpPr>
            <a:spLocks noGrp="1"/>
          </p:cNvSpPr>
          <p:nvPr>
            <p:ph type="title"/>
          </p:nvPr>
        </p:nvSpPr>
        <p:spPr>
          <a:xfrm>
            <a:off x="940858" y="322684"/>
            <a:ext cx="10310284" cy="856379"/>
          </a:xfrm>
        </p:spPr>
        <p:txBody>
          <a:bodyPr/>
          <a:lstStyle/>
          <a:p>
            <a:r>
              <a:rPr lang="en-US" dirty="0"/>
              <a:t>Integrate a change</a:t>
            </a:r>
          </a:p>
        </p:txBody>
      </p:sp>
      <p:sp>
        <p:nvSpPr>
          <p:cNvPr id="13" name="Can 12">
            <a:extLst>
              <a:ext uri="{FF2B5EF4-FFF2-40B4-BE49-F238E27FC236}">
                <a16:creationId xmlns:a16="http://schemas.microsoft.com/office/drawing/2014/main" id="{A00AFE6C-7802-D969-8643-954EDC752D60}"/>
              </a:ext>
            </a:extLst>
          </p:cNvPr>
          <p:cNvSpPr/>
          <p:nvPr/>
        </p:nvSpPr>
        <p:spPr>
          <a:xfrm>
            <a:off x="2768145" y="2083213"/>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Project</a:t>
            </a:r>
            <a:br>
              <a:rPr lang="en-US" dirty="0"/>
            </a:br>
            <a:r>
              <a:rPr lang="en-US" dirty="0"/>
              <a:t>(Upstream)</a:t>
            </a:r>
          </a:p>
        </p:txBody>
      </p:sp>
      <p:sp>
        <p:nvSpPr>
          <p:cNvPr id="5" name="Can 4">
            <a:extLst>
              <a:ext uri="{FF2B5EF4-FFF2-40B4-BE49-F238E27FC236}">
                <a16:creationId xmlns:a16="http://schemas.microsoft.com/office/drawing/2014/main" id="{99EDC9FB-E58B-4BEB-D1A2-B7B13860EE17}"/>
              </a:ext>
            </a:extLst>
          </p:cNvPr>
          <p:cNvSpPr/>
          <p:nvPr/>
        </p:nvSpPr>
        <p:spPr>
          <a:xfrm>
            <a:off x="8458123" y="2108165"/>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Your fork</a:t>
            </a:r>
            <a:br>
              <a:rPr lang="en-US" dirty="0"/>
            </a:br>
            <a:r>
              <a:rPr lang="en-US" dirty="0"/>
              <a:t>(Origin)</a:t>
            </a:r>
          </a:p>
        </p:txBody>
      </p:sp>
      <p:sp>
        <p:nvSpPr>
          <p:cNvPr id="6" name="Can 5">
            <a:extLst>
              <a:ext uri="{FF2B5EF4-FFF2-40B4-BE49-F238E27FC236}">
                <a16:creationId xmlns:a16="http://schemas.microsoft.com/office/drawing/2014/main" id="{CE5C01F0-8292-2F60-26A7-15203F016FFD}"/>
              </a:ext>
            </a:extLst>
          </p:cNvPr>
          <p:cNvSpPr/>
          <p:nvPr/>
        </p:nvSpPr>
        <p:spPr>
          <a:xfrm>
            <a:off x="8483881" y="4374847"/>
            <a:ext cx="1468192" cy="940706"/>
          </a:xfrm>
          <a:prstGeom prst="ca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Your local clone</a:t>
            </a:r>
          </a:p>
        </p:txBody>
      </p:sp>
      <p:sp>
        <p:nvSpPr>
          <p:cNvPr id="18" name="TextBox 17">
            <a:extLst>
              <a:ext uri="{FF2B5EF4-FFF2-40B4-BE49-F238E27FC236}">
                <a16:creationId xmlns:a16="http://schemas.microsoft.com/office/drawing/2014/main" id="{9C98C96A-5FC3-13CD-6ACF-DEE01A275C15}"/>
              </a:ext>
            </a:extLst>
          </p:cNvPr>
          <p:cNvSpPr txBox="1"/>
          <p:nvPr/>
        </p:nvSpPr>
        <p:spPr>
          <a:xfrm>
            <a:off x="5974176" y="1803859"/>
            <a:ext cx="1674252" cy="369332"/>
          </a:xfrm>
          <a:prstGeom prst="rect">
            <a:avLst/>
          </a:prstGeom>
          <a:noFill/>
        </p:spPr>
        <p:txBody>
          <a:bodyPr wrap="square" rtlCol="0">
            <a:spAutoFit/>
          </a:bodyPr>
          <a:lstStyle/>
          <a:p>
            <a:r>
              <a:rPr lang="en-US" dirty="0"/>
              <a:t>Merge</a:t>
            </a:r>
          </a:p>
        </p:txBody>
      </p:sp>
      <p:sp>
        <p:nvSpPr>
          <p:cNvPr id="14" name="Right Arrow 13">
            <a:extLst>
              <a:ext uri="{FF2B5EF4-FFF2-40B4-BE49-F238E27FC236}">
                <a16:creationId xmlns:a16="http://schemas.microsoft.com/office/drawing/2014/main" id="{9E845090-53BB-91A2-23E5-0985D1ED7B89}"/>
              </a:ext>
            </a:extLst>
          </p:cNvPr>
          <p:cNvSpPr/>
          <p:nvPr/>
        </p:nvSpPr>
        <p:spPr>
          <a:xfrm flipH="1">
            <a:off x="4308212" y="2124532"/>
            <a:ext cx="4074286" cy="492858"/>
          </a:xfrm>
          <a:prstGeom prst="rightArrow">
            <a:avLst>
              <a:gd name="adj1" fmla="val 56247"/>
              <a:gd name="adj2" fmla="val 50000"/>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Pull Request</a:t>
            </a:r>
          </a:p>
        </p:txBody>
      </p:sp>
      <p:pic>
        <p:nvPicPr>
          <p:cNvPr id="20" name="Picture 19">
            <a:extLst>
              <a:ext uri="{FF2B5EF4-FFF2-40B4-BE49-F238E27FC236}">
                <a16:creationId xmlns:a16="http://schemas.microsoft.com/office/drawing/2014/main" id="{A957B88E-D9BA-6A31-2C7C-974EF1D1BB6B}"/>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9879631" y="2189201"/>
            <a:ext cx="856379" cy="856379"/>
          </a:xfrm>
          <a:prstGeom prst="rect">
            <a:avLst/>
          </a:prstGeom>
        </p:spPr>
      </p:pic>
      <p:pic>
        <p:nvPicPr>
          <p:cNvPr id="22" name="Picture 21">
            <a:extLst>
              <a:ext uri="{FF2B5EF4-FFF2-40B4-BE49-F238E27FC236}">
                <a16:creationId xmlns:a16="http://schemas.microsoft.com/office/drawing/2014/main" id="{04B2A1F4-9D45-7EA3-52EA-BD193BE8CF04}"/>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9926315" y="4703725"/>
            <a:ext cx="856379" cy="856379"/>
          </a:xfrm>
          <a:prstGeom prst="rect">
            <a:avLst/>
          </a:prstGeom>
        </p:spPr>
      </p:pic>
      <p:pic>
        <p:nvPicPr>
          <p:cNvPr id="7" name="Picture 6">
            <a:extLst>
              <a:ext uri="{FF2B5EF4-FFF2-40B4-BE49-F238E27FC236}">
                <a16:creationId xmlns:a16="http://schemas.microsoft.com/office/drawing/2014/main" id="{F95954D0-E1BF-3254-7C23-E70931E8DBCD}"/>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2025809" y="2550013"/>
            <a:ext cx="856379" cy="856379"/>
          </a:xfrm>
          <a:prstGeom prst="rect">
            <a:avLst/>
          </a:prstGeom>
        </p:spPr>
      </p:pic>
      <p:cxnSp>
        <p:nvCxnSpPr>
          <p:cNvPr id="11" name="Straight Arrow Connector 10">
            <a:extLst>
              <a:ext uri="{FF2B5EF4-FFF2-40B4-BE49-F238E27FC236}">
                <a16:creationId xmlns:a16="http://schemas.microsoft.com/office/drawing/2014/main" id="{CD997690-7677-9D5F-B29E-2B2C212EE52D}"/>
              </a:ext>
            </a:extLst>
          </p:cNvPr>
          <p:cNvCxnSpPr/>
          <p:nvPr/>
        </p:nvCxnSpPr>
        <p:spPr>
          <a:xfrm flipH="1">
            <a:off x="4353059" y="2720991"/>
            <a:ext cx="3953814" cy="0"/>
          </a:xfrm>
          <a:prstGeom prst="straightConnector1">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F78506DF-2141-6E87-79C6-94C2C2616194}"/>
              </a:ext>
            </a:extLst>
          </p:cNvPr>
          <p:cNvCxnSpPr>
            <a:cxnSpLocks/>
          </p:cNvCxnSpPr>
          <p:nvPr/>
        </p:nvCxnSpPr>
        <p:spPr>
          <a:xfrm flipH="1" flipV="1">
            <a:off x="3456094" y="3048871"/>
            <a:ext cx="5002029" cy="1849700"/>
          </a:xfrm>
          <a:prstGeom prst="straightConnector1">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A33B2574-F9EA-30FC-7D8A-937978826E89}"/>
              </a:ext>
            </a:extLst>
          </p:cNvPr>
          <p:cNvCxnSpPr>
            <a:cxnSpLocks/>
          </p:cNvCxnSpPr>
          <p:nvPr/>
        </p:nvCxnSpPr>
        <p:spPr>
          <a:xfrm flipH="1">
            <a:off x="9217977" y="3110915"/>
            <a:ext cx="10995" cy="1263932"/>
          </a:xfrm>
          <a:prstGeom prst="straightConnector1">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576150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xit" presetSubtype="8" fill="hold" grpId="0" nodeType="clickEffect">
                                  <p:stCondLst>
                                    <p:cond delay="0"/>
                                  </p:stCondLst>
                                  <p:childTnLst>
                                    <p:anim calcmode="lin" valueType="num">
                                      <p:cBhvr additive="base">
                                        <p:cTn id="6" dur="500"/>
                                        <p:tgtEl>
                                          <p:spTgt spid="14"/>
                                        </p:tgtEl>
                                        <p:attrNameLst>
                                          <p:attrName>ppt_x</p:attrName>
                                        </p:attrNameLst>
                                      </p:cBhvr>
                                      <p:tavLst>
                                        <p:tav tm="0">
                                          <p:val>
                                            <p:strVal val="#ppt_x"/>
                                          </p:val>
                                        </p:tav>
                                        <p:tav tm="100000">
                                          <p:val>
                                            <p:strVal val="#ppt_x-#ppt_w*1.125000"/>
                                          </p:val>
                                        </p:tav>
                                      </p:tavLst>
                                    </p:anim>
                                    <p:animEffect transition="out" filter="wipe(left)">
                                      <p:cBhvr>
                                        <p:cTn id="7" dur="500"/>
                                        <p:tgtEl>
                                          <p:spTgt spid="14"/>
                                        </p:tgtEl>
                                      </p:cBhvr>
                                    </p:animEffect>
                                    <p:set>
                                      <p:cBhvr>
                                        <p:cTn id="8" dur="1" fill="hold">
                                          <p:stCondLst>
                                            <p:cond delay="499"/>
                                          </p:stCondLst>
                                        </p:cTn>
                                        <p:tgtEl>
                                          <p:spTgt spid="14"/>
                                        </p:tgtEl>
                                        <p:attrNameLst>
                                          <p:attrName>style.visibility</p:attrName>
                                        </p:attrNameLst>
                                      </p:cBhvr>
                                      <p:to>
                                        <p:strVal val="hidden"/>
                                      </p:to>
                                    </p:set>
                                  </p:childTnLst>
                                </p:cTn>
                              </p:par>
                            </p:childTnLst>
                          </p:cTn>
                        </p:par>
                        <p:par>
                          <p:cTn id="9" fill="hold">
                            <p:stCondLst>
                              <p:cond delay="500"/>
                            </p:stCondLst>
                            <p:childTnLst>
                              <p:par>
                                <p:cTn id="10" presetID="2" presetClass="entr" presetSubtype="2" decel="5000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6E667D5-EE5B-D468-BF63-BA2EBF126C66}"/>
              </a:ext>
            </a:extLst>
          </p:cNvPr>
          <p:cNvSpPr>
            <a:spLocks noGrp="1"/>
          </p:cNvSpPr>
          <p:nvPr>
            <p:ph type="ftr" sz="quarter" idx="10"/>
          </p:nvPr>
        </p:nvSpPr>
        <p:spPr/>
        <p:txBody>
          <a:bodyPr/>
          <a:lstStyle/>
          <a:p>
            <a:r>
              <a:rPr lang="en-ID" dirty="0"/>
              <a:t>GitHub Workflow Basics</a:t>
            </a:r>
          </a:p>
        </p:txBody>
      </p:sp>
      <p:sp>
        <p:nvSpPr>
          <p:cNvPr id="4" name="Slide Number Placeholder 3">
            <a:extLst>
              <a:ext uri="{FF2B5EF4-FFF2-40B4-BE49-F238E27FC236}">
                <a16:creationId xmlns:a16="http://schemas.microsoft.com/office/drawing/2014/main" id="{5E43A7DE-BB3B-8858-041C-664A8A2AE202}"/>
              </a:ext>
            </a:extLst>
          </p:cNvPr>
          <p:cNvSpPr>
            <a:spLocks noGrp="1"/>
          </p:cNvSpPr>
          <p:nvPr>
            <p:ph type="sldNum" sz="quarter" idx="11"/>
          </p:nvPr>
        </p:nvSpPr>
        <p:spPr/>
        <p:txBody>
          <a:bodyPr/>
          <a:lstStyle/>
          <a:p>
            <a:fld id="{F5342A4C-1D06-4798-B51F-D5804CA03D28}" type="slidenum">
              <a:rPr lang="en-ID" smtClean="0"/>
              <a:pPr/>
              <a:t>44</a:t>
            </a:fld>
            <a:endParaRPr lang="en-ID" dirty="0"/>
          </a:p>
        </p:txBody>
      </p:sp>
      <p:pic>
        <p:nvPicPr>
          <p:cNvPr id="20" name="Picture 19">
            <a:extLst>
              <a:ext uri="{FF2B5EF4-FFF2-40B4-BE49-F238E27FC236}">
                <a16:creationId xmlns:a16="http://schemas.microsoft.com/office/drawing/2014/main" id="{0659A426-EC5E-2ABC-C4CC-67623AD283E3}"/>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l="21799" r="21702" b="7418"/>
          <a:stretch/>
        </p:blipFill>
        <p:spPr>
          <a:xfrm>
            <a:off x="1041612" y="1980254"/>
            <a:ext cx="1331198" cy="3365568"/>
          </a:xfrm>
          <a:prstGeom prst="rect">
            <a:avLst/>
          </a:prstGeom>
        </p:spPr>
      </p:pic>
      <p:sp>
        <p:nvSpPr>
          <p:cNvPr id="21" name="TextBox 20">
            <a:extLst>
              <a:ext uri="{FF2B5EF4-FFF2-40B4-BE49-F238E27FC236}">
                <a16:creationId xmlns:a16="http://schemas.microsoft.com/office/drawing/2014/main" id="{3FD985C7-5628-77FD-0C27-85AFE951EE70}"/>
              </a:ext>
            </a:extLst>
          </p:cNvPr>
          <p:cNvSpPr txBox="1"/>
          <p:nvPr/>
        </p:nvSpPr>
        <p:spPr>
          <a:xfrm>
            <a:off x="1173762" y="5467824"/>
            <a:ext cx="1483098" cy="369332"/>
          </a:xfrm>
          <a:prstGeom prst="rect">
            <a:avLst/>
          </a:prstGeom>
          <a:noFill/>
        </p:spPr>
        <p:txBody>
          <a:bodyPr wrap="none" rtlCol="0">
            <a:spAutoFit/>
          </a:bodyPr>
          <a:lstStyle/>
          <a:p>
            <a:r>
              <a:rPr lang="en-US" dirty="0"/>
              <a:t>Looks good!</a:t>
            </a:r>
          </a:p>
        </p:txBody>
      </p:sp>
      <p:sp>
        <p:nvSpPr>
          <p:cNvPr id="10" name="Title 3">
            <a:extLst>
              <a:ext uri="{FF2B5EF4-FFF2-40B4-BE49-F238E27FC236}">
                <a16:creationId xmlns:a16="http://schemas.microsoft.com/office/drawing/2014/main" id="{F85B5282-F06E-5D1A-B4A4-21101BE768DF}"/>
              </a:ext>
            </a:extLst>
          </p:cNvPr>
          <p:cNvSpPr>
            <a:spLocks noGrp="1"/>
          </p:cNvSpPr>
          <p:nvPr>
            <p:ph type="title"/>
          </p:nvPr>
        </p:nvSpPr>
        <p:spPr>
          <a:xfrm>
            <a:off x="946149" y="309034"/>
            <a:ext cx="10310284" cy="856379"/>
          </a:xfrm>
        </p:spPr>
        <p:txBody>
          <a:bodyPr/>
          <a:lstStyle/>
          <a:p>
            <a:r>
              <a:rPr lang="en-US" dirty="0"/>
              <a:t>Maintainer reviews the PR</a:t>
            </a:r>
          </a:p>
        </p:txBody>
      </p:sp>
      <p:sp>
        <p:nvSpPr>
          <p:cNvPr id="14" name="TextBox 13">
            <a:extLst>
              <a:ext uri="{FF2B5EF4-FFF2-40B4-BE49-F238E27FC236}">
                <a16:creationId xmlns:a16="http://schemas.microsoft.com/office/drawing/2014/main" id="{18B745DA-CD7C-DCED-EA3A-35530C58A6EE}"/>
              </a:ext>
            </a:extLst>
          </p:cNvPr>
          <p:cNvSpPr txBox="1"/>
          <p:nvPr/>
        </p:nvSpPr>
        <p:spPr>
          <a:xfrm>
            <a:off x="2656860" y="1608894"/>
            <a:ext cx="5168006" cy="2246769"/>
          </a:xfrm>
          <a:prstGeom prst="rect">
            <a:avLst/>
          </a:prstGeom>
          <a:noFill/>
        </p:spPr>
        <p:txBody>
          <a:bodyPr wrap="square">
            <a:spAutoFit/>
          </a:bodyPr>
          <a:lstStyle/>
          <a:p>
            <a:pPr algn="l"/>
            <a:r>
              <a:rPr lang="en-US" sz="2800" b="0" i="0" dirty="0">
                <a:solidFill>
                  <a:srgbClr val="1F2328"/>
                </a:solidFill>
                <a:effectLst/>
                <a:latin typeface="Open Sans" panose="020B0606030504020204" pitchFamily="34" charset="0"/>
                <a:ea typeface="Open Sans" panose="020B0606030504020204" pitchFamily="34" charset="0"/>
                <a:cs typeface="Open Sans" panose="020B0606030504020204" pitchFamily="34" charset="0"/>
              </a:rPr>
              <a:t>Accept the PR by merging it into master: choose "squash and merge" strategy for now and click </a:t>
            </a:r>
            <a:r>
              <a:rPr lang="en-US" sz="2800" b="1" i="0" dirty="0">
                <a:solidFill>
                  <a:srgbClr val="1F2328"/>
                </a:solidFill>
                <a:effectLst/>
                <a:latin typeface="Open Sans" panose="020B0606030504020204" pitchFamily="34" charset="0"/>
                <a:ea typeface="Open Sans" panose="020B0606030504020204" pitchFamily="34" charset="0"/>
                <a:cs typeface="Open Sans" panose="020B0606030504020204" pitchFamily="34" charset="0"/>
              </a:rPr>
              <a:t>Merge pull request</a:t>
            </a:r>
            <a:r>
              <a:rPr lang="en-US" sz="2800" b="0" i="0" dirty="0">
                <a:solidFill>
                  <a:srgbClr val="1F2328"/>
                </a:solidFill>
                <a:effectLst/>
                <a:latin typeface="Open Sans" panose="020B0606030504020204" pitchFamily="34" charset="0"/>
                <a:ea typeface="Open Sans" panose="020B0606030504020204" pitchFamily="34" charset="0"/>
                <a:cs typeface="Open Sans" panose="020B0606030504020204" pitchFamily="34" charset="0"/>
              </a:rPr>
              <a:t> and then </a:t>
            </a:r>
            <a:r>
              <a:rPr lang="en-US" sz="2800" b="1" i="0" dirty="0">
                <a:solidFill>
                  <a:srgbClr val="1F2328"/>
                </a:solidFill>
                <a:effectLst/>
                <a:latin typeface="Open Sans" panose="020B0606030504020204" pitchFamily="34" charset="0"/>
                <a:ea typeface="Open Sans" panose="020B0606030504020204" pitchFamily="34" charset="0"/>
                <a:cs typeface="Open Sans" panose="020B0606030504020204" pitchFamily="34" charset="0"/>
              </a:rPr>
              <a:t>Confirm</a:t>
            </a:r>
            <a:r>
              <a:rPr lang="en-US" sz="2800" b="0" i="0" dirty="0">
                <a:solidFill>
                  <a:srgbClr val="1F2328"/>
                </a:solidFill>
                <a:effectLst/>
                <a:latin typeface="Open Sans" panose="020B0606030504020204" pitchFamily="34" charset="0"/>
                <a:ea typeface="Open Sans" panose="020B0606030504020204" pitchFamily="34" charset="0"/>
                <a:cs typeface="Open Sans" panose="020B0606030504020204" pitchFamily="34" charset="0"/>
              </a:rPr>
              <a:t>.</a:t>
            </a:r>
          </a:p>
        </p:txBody>
      </p:sp>
      <p:pic>
        <p:nvPicPr>
          <p:cNvPr id="15" name="Picture 14">
            <a:extLst>
              <a:ext uri="{FF2B5EF4-FFF2-40B4-BE49-F238E27FC236}">
                <a16:creationId xmlns:a16="http://schemas.microsoft.com/office/drawing/2014/main" id="{4F492E33-A164-874F-B697-EAF18136C5F1}"/>
              </a:ext>
            </a:extLst>
          </p:cNvPr>
          <p:cNvPicPr>
            <a:picLocks noChangeAspect="1"/>
          </p:cNvPicPr>
          <p:nvPr/>
        </p:nvPicPr>
        <p:blipFill>
          <a:blip r:embed="rId5"/>
          <a:stretch>
            <a:fillRect/>
          </a:stretch>
        </p:blipFill>
        <p:spPr>
          <a:xfrm>
            <a:off x="7824866" y="1316747"/>
            <a:ext cx="3902581" cy="3260384"/>
          </a:xfrm>
          <a:prstGeom prst="rect">
            <a:avLst/>
          </a:prstGeom>
        </p:spPr>
      </p:pic>
      <p:pic>
        <p:nvPicPr>
          <p:cNvPr id="16" name="Picture 15">
            <a:extLst>
              <a:ext uri="{FF2B5EF4-FFF2-40B4-BE49-F238E27FC236}">
                <a16:creationId xmlns:a16="http://schemas.microsoft.com/office/drawing/2014/main" id="{6815FFD8-C1A6-FBDD-A7A0-BE9C7B31F1C6}"/>
              </a:ext>
            </a:extLst>
          </p:cNvPr>
          <p:cNvPicPr>
            <a:picLocks noChangeAspect="1"/>
          </p:cNvPicPr>
          <p:nvPr/>
        </p:nvPicPr>
        <p:blipFill>
          <a:blip r:embed="rId6"/>
          <a:stretch>
            <a:fillRect/>
          </a:stretch>
        </p:blipFill>
        <p:spPr>
          <a:xfrm>
            <a:off x="6466114" y="4868056"/>
            <a:ext cx="5261333" cy="1030311"/>
          </a:xfrm>
          <a:prstGeom prst="rect">
            <a:avLst/>
          </a:prstGeom>
        </p:spPr>
      </p:pic>
    </p:spTree>
    <p:extLst>
      <p:ext uri="{BB962C8B-B14F-4D97-AF65-F5344CB8AC3E}">
        <p14:creationId xmlns:p14="http://schemas.microsoft.com/office/powerpoint/2010/main" val="41842481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6E667D5-EE5B-D468-BF63-BA2EBF126C66}"/>
              </a:ext>
            </a:extLst>
          </p:cNvPr>
          <p:cNvSpPr>
            <a:spLocks noGrp="1"/>
          </p:cNvSpPr>
          <p:nvPr>
            <p:ph type="ftr" sz="quarter" idx="10"/>
          </p:nvPr>
        </p:nvSpPr>
        <p:spPr/>
        <p:txBody>
          <a:bodyPr/>
          <a:lstStyle/>
          <a:p>
            <a:r>
              <a:rPr lang="en-ID" dirty="0"/>
              <a:t>GitHub Workflow Basics</a:t>
            </a:r>
          </a:p>
        </p:txBody>
      </p:sp>
      <p:sp>
        <p:nvSpPr>
          <p:cNvPr id="4" name="Slide Number Placeholder 3">
            <a:extLst>
              <a:ext uri="{FF2B5EF4-FFF2-40B4-BE49-F238E27FC236}">
                <a16:creationId xmlns:a16="http://schemas.microsoft.com/office/drawing/2014/main" id="{5E43A7DE-BB3B-8858-041C-664A8A2AE202}"/>
              </a:ext>
            </a:extLst>
          </p:cNvPr>
          <p:cNvSpPr>
            <a:spLocks noGrp="1"/>
          </p:cNvSpPr>
          <p:nvPr>
            <p:ph type="sldNum" sz="quarter" idx="11"/>
          </p:nvPr>
        </p:nvSpPr>
        <p:spPr/>
        <p:txBody>
          <a:bodyPr/>
          <a:lstStyle/>
          <a:p>
            <a:fld id="{F5342A4C-1D06-4798-B51F-D5804CA03D28}" type="slidenum">
              <a:rPr lang="en-ID" smtClean="0"/>
              <a:pPr/>
              <a:t>45</a:t>
            </a:fld>
            <a:endParaRPr lang="en-ID" dirty="0"/>
          </a:p>
        </p:txBody>
      </p:sp>
      <p:sp>
        <p:nvSpPr>
          <p:cNvPr id="10" name="Title 3">
            <a:extLst>
              <a:ext uri="{FF2B5EF4-FFF2-40B4-BE49-F238E27FC236}">
                <a16:creationId xmlns:a16="http://schemas.microsoft.com/office/drawing/2014/main" id="{F85B5282-F06E-5D1A-B4A4-21101BE768DF}"/>
              </a:ext>
            </a:extLst>
          </p:cNvPr>
          <p:cNvSpPr>
            <a:spLocks noGrp="1"/>
          </p:cNvSpPr>
          <p:nvPr>
            <p:ph type="title"/>
          </p:nvPr>
        </p:nvSpPr>
        <p:spPr>
          <a:xfrm>
            <a:off x="946149" y="309034"/>
            <a:ext cx="10310284" cy="856379"/>
          </a:xfrm>
        </p:spPr>
        <p:txBody>
          <a:bodyPr/>
          <a:lstStyle/>
          <a:p>
            <a:r>
              <a:rPr lang="en-US" dirty="0"/>
              <a:t>Maintainer close the issue</a:t>
            </a:r>
          </a:p>
        </p:txBody>
      </p:sp>
      <p:pic>
        <p:nvPicPr>
          <p:cNvPr id="6" name="Picture 5" descr="A screenshot of a computer&#10;&#10;Description automatically generated">
            <a:extLst>
              <a:ext uri="{FF2B5EF4-FFF2-40B4-BE49-F238E27FC236}">
                <a16:creationId xmlns:a16="http://schemas.microsoft.com/office/drawing/2014/main" id="{C9373858-8FFA-7666-1960-E6DC537BAFDF}"/>
              </a:ext>
            </a:extLst>
          </p:cNvPr>
          <p:cNvPicPr>
            <a:picLocks noChangeAspect="1"/>
          </p:cNvPicPr>
          <p:nvPr/>
        </p:nvPicPr>
        <p:blipFill>
          <a:blip r:embed="rId3"/>
          <a:stretch>
            <a:fillRect/>
          </a:stretch>
        </p:blipFill>
        <p:spPr>
          <a:xfrm>
            <a:off x="3569117" y="1468758"/>
            <a:ext cx="6223000" cy="5016500"/>
          </a:xfrm>
          <a:prstGeom prst="rect">
            <a:avLst/>
          </a:prstGeom>
        </p:spPr>
      </p:pic>
      <p:pic>
        <p:nvPicPr>
          <p:cNvPr id="7" name="Picture 6">
            <a:extLst>
              <a:ext uri="{FF2B5EF4-FFF2-40B4-BE49-F238E27FC236}">
                <a16:creationId xmlns:a16="http://schemas.microsoft.com/office/drawing/2014/main" id="{633B787D-7423-2B86-C72A-FD556F572AC1}"/>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767139" y="2149501"/>
            <a:ext cx="2558998" cy="2558998"/>
          </a:xfrm>
          <a:prstGeom prst="rect">
            <a:avLst/>
          </a:prstGeom>
        </p:spPr>
      </p:pic>
    </p:spTree>
    <p:extLst>
      <p:ext uri="{BB962C8B-B14F-4D97-AF65-F5344CB8AC3E}">
        <p14:creationId xmlns:p14="http://schemas.microsoft.com/office/powerpoint/2010/main" val="14592218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33536-0B4F-10A9-95AD-417E376FB811}"/>
            </a:ext>
          </a:extLst>
        </p:cNvPr>
        <p:cNvGrpSpPr/>
        <p:nvPr/>
      </p:nvGrpSpPr>
      <p:grpSpPr>
        <a:xfrm>
          <a:off x="0" y="0"/>
          <a:ext cx="0" cy="0"/>
          <a:chOff x="0" y="0"/>
          <a:chExt cx="0" cy="0"/>
        </a:xfrm>
      </p:grpSpPr>
      <p:sp>
        <p:nvSpPr>
          <p:cNvPr id="9" name="Graphic 7" descr="Cloud with solid fill">
            <a:extLst>
              <a:ext uri="{FF2B5EF4-FFF2-40B4-BE49-F238E27FC236}">
                <a16:creationId xmlns:a16="http://schemas.microsoft.com/office/drawing/2014/main" id="{22517617-12E2-5B42-E7F7-79D2DDECFF90}"/>
              </a:ext>
            </a:extLst>
          </p:cNvPr>
          <p:cNvSpPr/>
          <p:nvPr/>
        </p:nvSpPr>
        <p:spPr>
          <a:xfrm>
            <a:off x="3483865" y="1053439"/>
            <a:ext cx="6222302" cy="1459328"/>
          </a:xfrm>
          <a:custGeom>
            <a:avLst/>
            <a:gdLst>
              <a:gd name="connsiteX0" fmla="*/ 3167159 w 3687865"/>
              <a:gd name="connsiteY0" fmla="*/ 1045142 h 2099681"/>
              <a:gd name="connsiteX1" fmla="*/ 3123402 w 3687865"/>
              <a:gd name="connsiteY1" fmla="*/ 1045142 h 2099681"/>
              <a:gd name="connsiteX2" fmla="*/ 3123402 w 3687865"/>
              <a:gd name="connsiteY2" fmla="*/ 1045142 h 2099681"/>
              <a:gd name="connsiteX3" fmla="*/ 2847734 w 3687865"/>
              <a:gd name="connsiteY3" fmla="*/ 511308 h 2099681"/>
              <a:gd name="connsiteX4" fmla="*/ 2248265 w 3687865"/>
              <a:gd name="connsiteY4" fmla="*/ 428170 h 2099681"/>
              <a:gd name="connsiteX5" fmla="*/ 1364376 w 3687865"/>
              <a:gd name="connsiteY5" fmla="*/ 21231 h 2099681"/>
              <a:gd name="connsiteX6" fmla="*/ 760531 w 3687865"/>
              <a:gd name="connsiteY6" fmla="*/ 782600 h 2099681"/>
              <a:gd name="connsiteX7" fmla="*/ 760531 w 3687865"/>
              <a:gd name="connsiteY7" fmla="*/ 791352 h 2099681"/>
              <a:gd name="connsiteX8" fmla="*/ 130432 w 3687865"/>
              <a:gd name="connsiteY8" fmla="*/ 1045142 h 2099681"/>
              <a:gd name="connsiteX9" fmla="*/ 60421 w 3687865"/>
              <a:gd name="connsiteY9" fmla="*/ 1718997 h 2099681"/>
              <a:gd name="connsiteX10" fmla="*/ 624885 w 3687865"/>
              <a:gd name="connsiteY10" fmla="*/ 2095306 h 2099681"/>
              <a:gd name="connsiteX11" fmla="*/ 624885 w 3687865"/>
              <a:gd name="connsiteY11" fmla="*/ 2099682 h 2099681"/>
              <a:gd name="connsiteX12" fmla="*/ 3162783 w 3687865"/>
              <a:gd name="connsiteY12" fmla="*/ 2099682 h 2099681"/>
              <a:gd name="connsiteX13" fmla="*/ 3687865 w 3687865"/>
              <a:gd name="connsiteY13" fmla="*/ 1574600 h 2099681"/>
              <a:gd name="connsiteX14" fmla="*/ 3167159 w 3687865"/>
              <a:gd name="connsiteY14" fmla="*/ 1045142 h 209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87865" h="2099681">
                <a:moveTo>
                  <a:pt x="3167159" y="1045142"/>
                </a:moveTo>
                <a:cubicBezTo>
                  <a:pt x="3154032" y="1045142"/>
                  <a:pt x="3136529" y="1045142"/>
                  <a:pt x="3123402" y="1045142"/>
                </a:cubicBezTo>
                <a:cubicBezTo>
                  <a:pt x="3123402" y="1045142"/>
                  <a:pt x="3123402" y="1045142"/>
                  <a:pt x="3123402" y="1045142"/>
                </a:cubicBezTo>
                <a:cubicBezTo>
                  <a:pt x="3123402" y="830733"/>
                  <a:pt x="3018385" y="633827"/>
                  <a:pt x="2847734" y="511308"/>
                </a:cubicBezTo>
                <a:cubicBezTo>
                  <a:pt x="2672706" y="388789"/>
                  <a:pt x="2449546" y="358159"/>
                  <a:pt x="2248265" y="428170"/>
                </a:cubicBezTo>
                <a:cubicBezTo>
                  <a:pt x="2081988" y="104369"/>
                  <a:pt x="1714431" y="-61907"/>
                  <a:pt x="1364376" y="21231"/>
                </a:cubicBezTo>
                <a:cubicBezTo>
                  <a:pt x="1014321" y="104369"/>
                  <a:pt x="760531" y="419418"/>
                  <a:pt x="760531" y="782600"/>
                </a:cubicBezTo>
                <a:cubicBezTo>
                  <a:pt x="760531" y="782600"/>
                  <a:pt x="760531" y="786976"/>
                  <a:pt x="760531" y="791352"/>
                </a:cubicBezTo>
                <a:cubicBezTo>
                  <a:pt x="519868" y="751971"/>
                  <a:pt x="279205" y="852611"/>
                  <a:pt x="130432" y="1045142"/>
                </a:cubicBezTo>
                <a:cubicBezTo>
                  <a:pt x="-13966" y="1242047"/>
                  <a:pt x="-40220" y="1500213"/>
                  <a:pt x="60421" y="1718997"/>
                </a:cubicBezTo>
                <a:cubicBezTo>
                  <a:pt x="165438" y="1937782"/>
                  <a:pt x="384222" y="2082179"/>
                  <a:pt x="624885" y="2095306"/>
                </a:cubicBezTo>
                <a:lnTo>
                  <a:pt x="624885" y="2099682"/>
                </a:lnTo>
                <a:lnTo>
                  <a:pt x="3162783" y="2099682"/>
                </a:lnTo>
                <a:cubicBezTo>
                  <a:pt x="3451578" y="2099682"/>
                  <a:pt x="3687865" y="1863395"/>
                  <a:pt x="3687865" y="1574600"/>
                </a:cubicBezTo>
                <a:cubicBezTo>
                  <a:pt x="3687865" y="1285804"/>
                  <a:pt x="3455954" y="1045142"/>
                  <a:pt x="3167159" y="1045142"/>
                </a:cubicBezTo>
                <a:close/>
              </a:path>
            </a:pathLst>
          </a:custGeom>
          <a:solidFill>
            <a:srgbClr val="00B0F0"/>
          </a:solidFill>
          <a:ln w="43755" cap="flat">
            <a:noFill/>
            <a:prstDash val="solid"/>
            <a:miter/>
          </a:ln>
        </p:spPr>
        <p:txBody>
          <a:bodyPr rtlCol="0" anchor="ctr"/>
          <a:lstStyle/>
          <a:p>
            <a:endParaRPr lang="en-US"/>
          </a:p>
        </p:txBody>
      </p:sp>
      <p:sp>
        <p:nvSpPr>
          <p:cNvPr id="2" name="Slide Number Placeholder 1">
            <a:extLst>
              <a:ext uri="{FF2B5EF4-FFF2-40B4-BE49-F238E27FC236}">
                <a16:creationId xmlns:a16="http://schemas.microsoft.com/office/drawing/2014/main" id="{01FC2F69-227F-30EF-F961-6B2336510CB0}"/>
              </a:ext>
            </a:extLst>
          </p:cNvPr>
          <p:cNvSpPr>
            <a:spLocks noGrp="1"/>
          </p:cNvSpPr>
          <p:nvPr>
            <p:ph type="sldNum" sz="quarter" idx="10"/>
          </p:nvPr>
        </p:nvSpPr>
        <p:spPr>
          <a:xfrm>
            <a:off x="0" y="6562504"/>
            <a:ext cx="628649" cy="365125"/>
          </a:xfrm>
        </p:spPr>
        <p:txBody>
          <a:bodyPr/>
          <a:lstStyle/>
          <a:p>
            <a:fld id="{F5342A4C-1D06-4798-B51F-D5804CA03D28}" type="slidenum">
              <a:rPr lang="en-ID" smtClean="0"/>
              <a:pPr/>
              <a:t>46</a:t>
            </a:fld>
            <a:endParaRPr lang="en-ID" dirty="0"/>
          </a:p>
        </p:txBody>
      </p:sp>
      <p:sp>
        <p:nvSpPr>
          <p:cNvPr id="3" name="Footer Placeholder 2">
            <a:extLst>
              <a:ext uri="{FF2B5EF4-FFF2-40B4-BE49-F238E27FC236}">
                <a16:creationId xmlns:a16="http://schemas.microsoft.com/office/drawing/2014/main" id="{7DF3890D-68A8-1EAA-6683-EDC10A4DB3C4}"/>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966C61BA-625C-50EA-7DA1-7FC899071FC9}"/>
              </a:ext>
            </a:extLst>
          </p:cNvPr>
          <p:cNvSpPr>
            <a:spLocks noGrp="1"/>
          </p:cNvSpPr>
          <p:nvPr>
            <p:ph type="title"/>
          </p:nvPr>
        </p:nvSpPr>
        <p:spPr/>
        <p:txBody>
          <a:bodyPr/>
          <a:lstStyle/>
          <a:p>
            <a:r>
              <a:rPr lang="en-US" dirty="0"/>
              <a:t>Project tracker</a:t>
            </a:r>
          </a:p>
        </p:txBody>
      </p:sp>
      <p:pic>
        <p:nvPicPr>
          <p:cNvPr id="11" name="Picture 10">
            <a:extLst>
              <a:ext uri="{FF2B5EF4-FFF2-40B4-BE49-F238E27FC236}">
                <a16:creationId xmlns:a16="http://schemas.microsoft.com/office/drawing/2014/main" id="{71208CE4-A10A-59EB-14E4-934302A12279}"/>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521210" y="1165413"/>
            <a:ext cx="1388153" cy="1388153"/>
          </a:xfrm>
          <a:prstGeom prst="rect">
            <a:avLst/>
          </a:prstGeom>
        </p:spPr>
      </p:pic>
      <p:sp>
        <p:nvSpPr>
          <p:cNvPr id="6" name="TextBox 5">
            <a:extLst>
              <a:ext uri="{FF2B5EF4-FFF2-40B4-BE49-F238E27FC236}">
                <a16:creationId xmlns:a16="http://schemas.microsoft.com/office/drawing/2014/main" id="{2CBD7364-2172-6C10-7C17-EC1F2EC9E9BB}"/>
              </a:ext>
            </a:extLst>
          </p:cNvPr>
          <p:cNvSpPr txBox="1"/>
          <p:nvPr/>
        </p:nvSpPr>
        <p:spPr>
          <a:xfrm>
            <a:off x="2252562" y="2539732"/>
            <a:ext cx="1451359" cy="369332"/>
          </a:xfrm>
          <a:prstGeom prst="rect">
            <a:avLst/>
          </a:prstGeom>
          <a:noFill/>
        </p:spPr>
        <p:txBody>
          <a:bodyPr wrap="none" rtlCol="0">
            <a:spAutoFit/>
          </a:bodyPr>
          <a:lstStyle/>
          <a:p>
            <a:r>
              <a:rPr lang="en-US" dirty="0"/>
              <a:t>Branch/TAG</a:t>
            </a:r>
          </a:p>
        </p:txBody>
      </p:sp>
      <p:sp>
        <p:nvSpPr>
          <p:cNvPr id="7" name="TextBox 6">
            <a:extLst>
              <a:ext uri="{FF2B5EF4-FFF2-40B4-BE49-F238E27FC236}">
                <a16:creationId xmlns:a16="http://schemas.microsoft.com/office/drawing/2014/main" id="{3A9D1B8E-A81D-72E6-6452-9A4CC508A6E7}"/>
              </a:ext>
            </a:extLst>
          </p:cNvPr>
          <p:cNvSpPr txBox="1"/>
          <p:nvPr/>
        </p:nvSpPr>
        <p:spPr>
          <a:xfrm>
            <a:off x="4602186" y="2549062"/>
            <a:ext cx="950901" cy="369332"/>
          </a:xfrm>
          <a:prstGeom prst="rect">
            <a:avLst/>
          </a:prstGeom>
          <a:noFill/>
        </p:spPr>
        <p:txBody>
          <a:bodyPr wrap="none" rtlCol="0">
            <a:spAutoFit/>
          </a:bodyPr>
          <a:lstStyle/>
          <a:p>
            <a:r>
              <a:rPr lang="en-US" dirty="0"/>
              <a:t>GRAPH</a:t>
            </a:r>
          </a:p>
        </p:txBody>
      </p:sp>
      <p:sp>
        <p:nvSpPr>
          <p:cNvPr id="8" name="TextBox 7">
            <a:extLst>
              <a:ext uri="{FF2B5EF4-FFF2-40B4-BE49-F238E27FC236}">
                <a16:creationId xmlns:a16="http://schemas.microsoft.com/office/drawing/2014/main" id="{3A737013-1324-F8A4-B644-488F73D27717}"/>
              </a:ext>
            </a:extLst>
          </p:cNvPr>
          <p:cNvSpPr txBox="1"/>
          <p:nvPr/>
        </p:nvSpPr>
        <p:spPr>
          <a:xfrm>
            <a:off x="6831557" y="2539732"/>
            <a:ext cx="1114601" cy="369332"/>
          </a:xfrm>
          <a:prstGeom prst="rect">
            <a:avLst/>
          </a:prstGeom>
          <a:noFill/>
        </p:spPr>
        <p:txBody>
          <a:bodyPr wrap="none" rtlCol="0">
            <a:spAutoFit/>
          </a:bodyPr>
          <a:lstStyle/>
          <a:p>
            <a:r>
              <a:rPr lang="en-US" dirty="0"/>
              <a:t>COMMIT</a:t>
            </a:r>
          </a:p>
        </p:txBody>
      </p:sp>
      <p:sp>
        <p:nvSpPr>
          <p:cNvPr id="10" name="TextBox 9">
            <a:extLst>
              <a:ext uri="{FF2B5EF4-FFF2-40B4-BE49-F238E27FC236}">
                <a16:creationId xmlns:a16="http://schemas.microsoft.com/office/drawing/2014/main" id="{ABD76993-5E89-9E52-49A9-3F91B197CD32}"/>
              </a:ext>
            </a:extLst>
          </p:cNvPr>
          <p:cNvSpPr txBox="1"/>
          <p:nvPr/>
        </p:nvSpPr>
        <p:spPr>
          <a:xfrm>
            <a:off x="9483787" y="2536423"/>
            <a:ext cx="750526" cy="369332"/>
          </a:xfrm>
          <a:prstGeom prst="rect">
            <a:avLst/>
          </a:prstGeom>
          <a:noFill/>
        </p:spPr>
        <p:txBody>
          <a:bodyPr wrap="none" rtlCol="0">
            <a:spAutoFit/>
          </a:bodyPr>
          <a:lstStyle/>
          <a:p>
            <a:r>
              <a:rPr lang="en-US" dirty="0"/>
              <a:t>USER</a:t>
            </a:r>
          </a:p>
        </p:txBody>
      </p:sp>
      <p:sp>
        <p:nvSpPr>
          <p:cNvPr id="12" name="TextBox 11">
            <a:extLst>
              <a:ext uri="{FF2B5EF4-FFF2-40B4-BE49-F238E27FC236}">
                <a16:creationId xmlns:a16="http://schemas.microsoft.com/office/drawing/2014/main" id="{520CB1D5-DA2E-C527-E3E2-8F39344D689B}"/>
              </a:ext>
            </a:extLst>
          </p:cNvPr>
          <p:cNvSpPr txBox="1"/>
          <p:nvPr/>
        </p:nvSpPr>
        <p:spPr>
          <a:xfrm>
            <a:off x="2220684" y="5661620"/>
            <a:ext cx="1564852" cy="369332"/>
          </a:xfrm>
          <a:prstGeom prst="rect">
            <a:avLst/>
          </a:prstGeom>
          <a:noFill/>
        </p:spPr>
        <p:txBody>
          <a:bodyPr wrap="none" rtlCol="0">
            <a:spAutoFit/>
          </a:bodyPr>
          <a:lstStyle/>
          <a:p>
            <a:r>
              <a:rPr lang="en-US" dirty="0"/>
              <a:t>Main/master</a:t>
            </a:r>
          </a:p>
        </p:txBody>
      </p:sp>
      <p:sp>
        <p:nvSpPr>
          <p:cNvPr id="18" name="TextBox 17">
            <a:extLst>
              <a:ext uri="{FF2B5EF4-FFF2-40B4-BE49-F238E27FC236}">
                <a16:creationId xmlns:a16="http://schemas.microsoft.com/office/drawing/2014/main" id="{F0ABA137-FCF9-29A9-A4A3-BCCCDD0A03F0}"/>
              </a:ext>
            </a:extLst>
          </p:cNvPr>
          <p:cNvSpPr txBox="1"/>
          <p:nvPr/>
        </p:nvSpPr>
        <p:spPr>
          <a:xfrm>
            <a:off x="6272032" y="5661620"/>
            <a:ext cx="2643672" cy="369332"/>
          </a:xfrm>
          <a:prstGeom prst="rect">
            <a:avLst/>
          </a:prstGeom>
          <a:noFill/>
        </p:spPr>
        <p:txBody>
          <a:bodyPr wrap="none" rtlCol="0">
            <a:spAutoFit/>
          </a:bodyPr>
          <a:lstStyle/>
          <a:p>
            <a:r>
              <a:rPr lang="en-US" dirty="0"/>
              <a:t>Update on file Readme</a:t>
            </a:r>
          </a:p>
        </p:txBody>
      </p:sp>
      <p:sp>
        <p:nvSpPr>
          <p:cNvPr id="19" name="TextBox 18">
            <a:extLst>
              <a:ext uri="{FF2B5EF4-FFF2-40B4-BE49-F238E27FC236}">
                <a16:creationId xmlns:a16="http://schemas.microsoft.com/office/drawing/2014/main" id="{685E6747-6582-9FF2-4AC2-B3E74B5181E3}"/>
              </a:ext>
            </a:extLst>
          </p:cNvPr>
          <p:cNvSpPr txBox="1"/>
          <p:nvPr/>
        </p:nvSpPr>
        <p:spPr>
          <a:xfrm>
            <a:off x="9294686" y="5661620"/>
            <a:ext cx="1353256" cy="369332"/>
          </a:xfrm>
          <a:prstGeom prst="rect">
            <a:avLst/>
          </a:prstGeom>
          <a:noFill/>
        </p:spPr>
        <p:txBody>
          <a:bodyPr wrap="none" rtlCol="0">
            <a:spAutoFit/>
          </a:bodyPr>
          <a:lstStyle/>
          <a:p>
            <a:r>
              <a:rPr lang="en-US" dirty="0"/>
              <a:t>Maintainer</a:t>
            </a:r>
          </a:p>
        </p:txBody>
      </p:sp>
      <p:cxnSp>
        <p:nvCxnSpPr>
          <p:cNvPr id="21" name="Straight Connector 20">
            <a:extLst>
              <a:ext uri="{FF2B5EF4-FFF2-40B4-BE49-F238E27FC236}">
                <a16:creationId xmlns:a16="http://schemas.microsoft.com/office/drawing/2014/main" id="{9A11A1AE-D6D5-517D-53AD-3422BBBED43D}"/>
              </a:ext>
            </a:extLst>
          </p:cNvPr>
          <p:cNvCxnSpPr/>
          <p:nvPr/>
        </p:nvCxnSpPr>
        <p:spPr>
          <a:xfrm>
            <a:off x="2009967" y="2918394"/>
            <a:ext cx="900404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E44FF3C-FF99-52D7-D557-5079A0AE1F65}"/>
              </a:ext>
            </a:extLst>
          </p:cNvPr>
          <p:cNvSpPr txBox="1"/>
          <p:nvPr/>
        </p:nvSpPr>
        <p:spPr>
          <a:xfrm>
            <a:off x="2220684" y="4598992"/>
            <a:ext cx="1080745" cy="369332"/>
          </a:xfrm>
          <a:prstGeom prst="rect">
            <a:avLst/>
          </a:prstGeom>
          <a:noFill/>
        </p:spPr>
        <p:txBody>
          <a:bodyPr wrap="none" rtlCol="0">
            <a:spAutoFit/>
          </a:bodyPr>
          <a:lstStyle/>
          <a:p>
            <a:r>
              <a:rPr lang="en-US" dirty="0"/>
              <a:t>Issue #1</a:t>
            </a:r>
          </a:p>
        </p:txBody>
      </p:sp>
      <p:sp>
        <p:nvSpPr>
          <p:cNvPr id="27" name="TextBox 26">
            <a:extLst>
              <a:ext uri="{FF2B5EF4-FFF2-40B4-BE49-F238E27FC236}">
                <a16:creationId xmlns:a16="http://schemas.microsoft.com/office/drawing/2014/main" id="{4542E599-C2B9-8A81-B4FD-D64F0CED9DC4}"/>
              </a:ext>
            </a:extLst>
          </p:cNvPr>
          <p:cNvSpPr txBox="1"/>
          <p:nvPr/>
        </p:nvSpPr>
        <p:spPr>
          <a:xfrm>
            <a:off x="9294686" y="4598185"/>
            <a:ext cx="1443024" cy="369332"/>
          </a:xfrm>
          <a:prstGeom prst="rect">
            <a:avLst/>
          </a:prstGeom>
          <a:noFill/>
        </p:spPr>
        <p:txBody>
          <a:bodyPr wrap="none" rtlCol="0">
            <a:spAutoFit/>
          </a:bodyPr>
          <a:lstStyle/>
          <a:p>
            <a:r>
              <a:rPr lang="en-US" sz="1800" dirty="0"/>
              <a:t>Contributor</a:t>
            </a:r>
            <a:endParaRPr lang="en-US" dirty="0"/>
          </a:p>
        </p:txBody>
      </p:sp>
      <p:sp>
        <p:nvSpPr>
          <p:cNvPr id="22" name="TextBox 21">
            <a:extLst>
              <a:ext uri="{FF2B5EF4-FFF2-40B4-BE49-F238E27FC236}">
                <a16:creationId xmlns:a16="http://schemas.microsoft.com/office/drawing/2014/main" id="{74CA0079-D030-296C-DF0C-0EB7B34A0B84}"/>
              </a:ext>
            </a:extLst>
          </p:cNvPr>
          <p:cNvSpPr txBox="1"/>
          <p:nvPr/>
        </p:nvSpPr>
        <p:spPr>
          <a:xfrm>
            <a:off x="2220684" y="3848488"/>
            <a:ext cx="1080745" cy="369332"/>
          </a:xfrm>
          <a:prstGeom prst="rect">
            <a:avLst/>
          </a:prstGeom>
          <a:noFill/>
        </p:spPr>
        <p:txBody>
          <a:bodyPr wrap="none" rtlCol="0">
            <a:spAutoFit/>
          </a:bodyPr>
          <a:lstStyle/>
          <a:p>
            <a:r>
              <a:rPr lang="en-US" dirty="0"/>
              <a:t>Issue #1</a:t>
            </a:r>
          </a:p>
        </p:txBody>
      </p:sp>
      <p:sp>
        <p:nvSpPr>
          <p:cNvPr id="24" name="TextBox 23">
            <a:extLst>
              <a:ext uri="{FF2B5EF4-FFF2-40B4-BE49-F238E27FC236}">
                <a16:creationId xmlns:a16="http://schemas.microsoft.com/office/drawing/2014/main" id="{0A5A2543-B387-7210-2FE0-1F5193950A0B}"/>
              </a:ext>
            </a:extLst>
          </p:cNvPr>
          <p:cNvSpPr txBox="1"/>
          <p:nvPr/>
        </p:nvSpPr>
        <p:spPr>
          <a:xfrm>
            <a:off x="9294686" y="3847681"/>
            <a:ext cx="1443024" cy="369332"/>
          </a:xfrm>
          <a:prstGeom prst="rect">
            <a:avLst/>
          </a:prstGeom>
          <a:noFill/>
        </p:spPr>
        <p:txBody>
          <a:bodyPr wrap="none" rtlCol="0">
            <a:spAutoFit/>
          </a:bodyPr>
          <a:lstStyle/>
          <a:p>
            <a:r>
              <a:rPr lang="en-US" sz="1800" dirty="0"/>
              <a:t>Contributor</a:t>
            </a:r>
            <a:endParaRPr lang="en-US" dirty="0"/>
          </a:p>
        </p:txBody>
      </p:sp>
      <p:sp>
        <p:nvSpPr>
          <p:cNvPr id="28" name="TextBox 27">
            <a:extLst>
              <a:ext uri="{FF2B5EF4-FFF2-40B4-BE49-F238E27FC236}">
                <a16:creationId xmlns:a16="http://schemas.microsoft.com/office/drawing/2014/main" id="{7E7F5F33-7944-30CB-0E34-E8FD275A1E54}"/>
              </a:ext>
            </a:extLst>
          </p:cNvPr>
          <p:cNvSpPr txBox="1"/>
          <p:nvPr/>
        </p:nvSpPr>
        <p:spPr>
          <a:xfrm>
            <a:off x="6272032" y="3847681"/>
            <a:ext cx="2281394" cy="369332"/>
          </a:xfrm>
          <a:prstGeom prst="rect">
            <a:avLst/>
          </a:prstGeom>
          <a:noFill/>
        </p:spPr>
        <p:txBody>
          <a:bodyPr wrap="none" rtlCol="0">
            <a:spAutoFit/>
          </a:bodyPr>
          <a:lstStyle/>
          <a:p>
            <a:r>
              <a:rPr lang="en-US" dirty="0"/>
              <a:t>Resolution Issue #1</a:t>
            </a:r>
          </a:p>
        </p:txBody>
      </p:sp>
      <p:sp>
        <p:nvSpPr>
          <p:cNvPr id="26" name="TextBox 25">
            <a:extLst>
              <a:ext uri="{FF2B5EF4-FFF2-40B4-BE49-F238E27FC236}">
                <a16:creationId xmlns:a16="http://schemas.microsoft.com/office/drawing/2014/main" id="{DA5F586A-4C6C-E940-460C-4154C23C4BB0}"/>
              </a:ext>
            </a:extLst>
          </p:cNvPr>
          <p:cNvSpPr txBox="1"/>
          <p:nvPr/>
        </p:nvSpPr>
        <p:spPr>
          <a:xfrm>
            <a:off x="2220684" y="3339310"/>
            <a:ext cx="1629164" cy="369332"/>
          </a:xfrm>
          <a:prstGeom prst="rect">
            <a:avLst/>
          </a:prstGeom>
          <a:noFill/>
        </p:spPr>
        <p:txBody>
          <a:bodyPr wrap="none" rtlCol="0">
            <a:spAutoFit/>
          </a:bodyPr>
          <a:lstStyle/>
          <a:p>
            <a:r>
              <a:rPr lang="en-US" dirty="0"/>
              <a:t>Development</a:t>
            </a:r>
          </a:p>
        </p:txBody>
      </p:sp>
      <p:sp>
        <p:nvSpPr>
          <p:cNvPr id="37" name="TextBox 36">
            <a:extLst>
              <a:ext uri="{FF2B5EF4-FFF2-40B4-BE49-F238E27FC236}">
                <a16:creationId xmlns:a16="http://schemas.microsoft.com/office/drawing/2014/main" id="{B473F09F-6098-82BB-0736-6FB6265F3785}"/>
              </a:ext>
            </a:extLst>
          </p:cNvPr>
          <p:cNvSpPr txBox="1"/>
          <p:nvPr/>
        </p:nvSpPr>
        <p:spPr>
          <a:xfrm>
            <a:off x="6272032" y="3338050"/>
            <a:ext cx="2602957" cy="369332"/>
          </a:xfrm>
          <a:prstGeom prst="rect">
            <a:avLst/>
          </a:prstGeom>
          <a:noFill/>
        </p:spPr>
        <p:txBody>
          <a:bodyPr wrap="none" rtlCol="0">
            <a:spAutoFit/>
          </a:bodyPr>
          <a:lstStyle/>
          <a:p>
            <a:r>
              <a:rPr lang="en-US" dirty="0"/>
              <a:t>Merge Pull Request #1</a:t>
            </a:r>
          </a:p>
        </p:txBody>
      </p:sp>
      <p:sp>
        <p:nvSpPr>
          <p:cNvPr id="38" name="TextBox 37">
            <a:extLst>
              <a:ext uri="{FF2B5EF4-FFF2-40B4-BE49-F238E27FC236}">
                <a16:creationId xmlns:a16="http://schemas.microsoft.com/office/drawing/2014/main" id="{9B9A73C9-0E3C-8EF5-2487-077AD7DD37A8}"/>
              </a:ext>
            </a:extLst>
          </p:cNvPr>
          <p:cNvSpPr txBox="1"/>
          <p:nvPr/>
        </p:nvSpPr>
        <p:spPr>
          <a:xfrm>
            <a:off x="9294686" y="3325584"/>
            <a:ext cx="1353256" cy="369332"/>
          </a:xfrm>
          <a:prstGeom prst="rect">
            <a:avLst/>
          </a:prstGeom>
          <a:noFill/>
        </p:spPr>
        <p:txBody>
          <a:bodyPr wrap="none" rtlCol="0">
            <a:spAutoFit/>
          </a:bodyPr>
          <a:lstStyle/>
          <a:p>
            <a:r>
              <a:rPr lang="en-US" dirty="0"/>
              <a:t>Maintainer</a:t>
            </a:r>
          </a:p>
        </p:txBody>
      </p:sp>
      <p:sp>
        <p:nvSpPr>
          <p:cNvPr id="48" name="Oval 47">
            <a:extLst>
              <a:ext uri="{FF2B5EF4-FFF2-40B4-BE49-F238E27FC236}">
                <a16:creationId xmlns:a16="http://schemas.microsoft.com/office/drawing/2014/main" id="{29BFB272-3CF0-34DB-7A82-70BCBEAFBF83}"/>
              </a:ext>
            </a:extLst>
          </p:cNvPr>
          <p:cNvSpPr/>
          <p:nvPr/>
        </p:nvSpPr>
        <p:spPr>
          <a:xfrm>
            <a:off x="5405618" y="3794771"/>
            <a:ext cx="447870" cy="461093"/>
          </a:xfrm>
          <a:prstGeom prst="ellipse">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49" name="Straight Arrow Connector 48">
            <a:extLst>
              <a:ext uri="{FF2B5EF4-FFF2-40B4-BE49-F238E27FC236}">
                <a16:creationId xmlns:a16="http://schemas.microsoft.com/office/drawing/2014/main" id="{ABDBC1C5-F65E-D02E-D7D0-349BA07DEF41}"/>
              </a:ext>
            </a:extLst>
          </p:cNvPr>
          <p:cNvCxnSpPr>
            <a:cxnSpLocks/>
          </p:cNvCxnSpPr>
          <p:nvPr/>
        </p:nvCxnSpPr>
        <p:spPr>
          <a:xfrm flipV="1">
            <a:off x="5629553" y="4245305"/>
            <a:ext cx="7991" cy="2702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C015A268-82C3-69AA-9FDA-6183BC7F4683}"/>
              </a:ext>
            </a:extLst>
          </p:cNvPr>
          <p:cNvSpPr/>
          <p:nvPr/>
        </p:nvSpPr>
        <p:spPr>
          <a:xfrm>
            <a:off x="4832137" y="5200527"/>
            <a:ext cx="447870" cy="461093"/>
          </a:xfrm>
          <a:prstGeom prst="ellipse">
            <a:avLst/>
          </a:prstGeom>
          <a:noFill/>
          <a:ln w="38100" cap="flat" cmpd="sng" algn="ctr">
            <a:solidFill>
              <a:srgbClr val="7030A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51" name="Oval 50">
            <a:extLst>
              <a:ext uri="{FF2B5EF4-FFF2-40B4-BE49-F238E27FC236}">
                <a16:creationId xmlns:a16="http://schemas.microsoft.com/office/drawing/2014/main" id="{B6BEADBB-CD90-264E-7C76-99490A9AEDE9}"/>
              </a:ext>
            </a:extLst>
          </p:cNvPr>
          <p:cNvSpPr/>
          <p:nvPr/>
        </p:nvSpPr>
        <p:spPr>
          <a:xfrm>
            <a:off x="5413609" y="4527238"/>
            <a:ext cx="447870" cy="461093"/>
          </a:xfrm>
          <a:prstGeom prst="ellipse">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52" name="Straight Arrow Connector 51">
            <a:extLst>
              <a:ext uri="{FF2B5EF4-FFF2-40B4-BE49-F238E27FC236}">
                <a16:creationId xmlns:a16="http://schemas.microsoft.com/office/drawing/2014/main" id="{A9262149-F4F7-ADDD-8CF6-BBDCD816A23E}"/>
              </a:ext>
            </a:extLst>
          </p:cNvPr>
          <p:cNvCxnSpPr>
            <a:cxnSpLocks/>
            <a:stCxn id="50" idx="0"/>
            <a:endCxn id="73" idx="4"/>
          </p:cNvCxnSpPr>
          <p:nvPr/>
        </p:nvCxnSpPr>
        <p:spPr>
          <a:xfrm flipV="1">
            <a:off x="5056072" y="3711218"/>
            <a:ext cx="28832" cy="1489309"/>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urved Connector 52">
            <a:extLst>
              <a:ext uri="{FF2B5EF4-FFF2-40B4-BE49-F238E27FC236}">
                <a16:creationId xmlns:a16="http://schemas.microsoft.com/office/drawing/2014/main" id="{950690BD-36E3-3B96-5CB6-8FC53616ED86}"/>
              </a:ext>
            </a:extLst>
          </p:cNvPr>
          <p:cNvCxnSpPr>
            <a:cxnSpLocks/>
            <a:stCxn id="50" idx="6"/>
            <a:endCxn id="51" idx="4"/>
          </p:cNvCxnSpPr>
          <p:nvPr/>
        </p:nvCxnSpPr>
        <p:spPr>
          <a:xfrm flipV="1">
            <a:off x="5280007" y="4988331"/>
            <a:ext cx="357537" cy="442743"/>
          </a:xfrm>
          <a:prstGeom prst="curved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309DB0F1-D3E9-38D4-990D-FBF8108350C7}"/>
              </a:ext>
            </a:extLst>
          </p:cNvPr>
          <p:cNvSpPr/>
          <p:nvPr/>
        </p:nvSpPr>
        <p:spPr>
          <a:xfrm>
            <a:off x="4165111" y="5615740"/>
            <a:ext cx="447870" cy="461093"/>
          </a:xfrm>
          <a:prstGeom prst="ellipse">
            <a:avLst/>
          </a:prstGeom>
          <a:noFill/>
          <a:ln w="38100"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BD8EBF17-A0AB-EFC7-39CC-F894AB60F4C6}"/>
              </a:ext>
            </a:extLst>
          </p:cNvPr>
          <p:cNvCxnSpPr>
            <a:cxnSpLocks/>
            <a:endCxn id="54" idx="4"/>
          </p:cNvCxnSpPr>
          <p:nvPr/>
        </p:nvCxnSpPr>
        <p:spPr>
          <a:xfrm flipV="1">
            <a:off x="4389046" y="6076833"/>
            <a:ext cx="0" cy="362720"/>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B7E1E66C-8028-5074-D48E-4F379D2F8AEB}"/>
              </a:ext>
            </a:extLst>
          </p:cNvPr>
          <p:cNvCxnSpPr>
            <a:cxnSpLocks/>
          </p:cNvCxnSpPr>
          <p:nvPr/>
        </p:nvCxnSpPr>
        <p:spPr>
          <a:xfrm flipV="1">
            <a:off x="4384267" y="3029319"/>
            <a:ext cx="4779" cy="2583701"/>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urved Connector 56">
            <a:extLst>
              <a:ext uri="{FF2B5EF4-FFF2-40B4-BE49-F238E27FC236}">
                <a16:creationId xmlns:a16="http://schemas.microsoft.com/office/drawing/2014/main" id="{6744E0B5-1BF4-ED7D-49A7-A5CF727D217C}"/>
              </a:ext>
            </a:extLst>
          </p:cNvPr>
          <p:cNvCxnSpPr>
            <a:cxnSpLocks/>
            <a:endCxn id="50" idx="4"/>
          </p:cNvCxnSpPr>
          <p:nvPr/>
        </p:nvCxnSpPr>
        <p:spPr>
          <a:xfrm flipV="1">
            <a:off x="4622785" y="5661620"/>
            <a:ext cx="433287" cy="223828"/>
          </a:xfrm>
          <a:prstGeom prst="curvedConnector2">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B985D9E0-0A72-8987-3536-FED7E7027A26}"/>
              </a:ext>
            </a:extLst>
          </p:cNvPr>
          <p:cNvSpPr/>
          <p:nvPr/>
        </p:nvSpPr>
        <p:spPr>
          <a:xfrm>
            <a:off x="4311180" y="6439553"/>
            <a:ext cx="146173" cy="160083"/>
          </a:xfrm>
          <a:prstGeom prst="ellipse">
            <a:avLst/>
          </a:prstGeom>
          <a:solidFill>
            <a:srgbClr val="92D050"/>
          </a:solidFill>
          <a:ln w="38100"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59" name="TextBox 58">
            <a:extLst>
              <a:ext uri="{FF2B5EF4-FFF2-40B4-BE49-F238E27FC236}">
                <a16:creationId xmlns:a16="http://schemas.microsoft.com/office/drawing/2014/main" id="{96A22162-E0A2-7384-A7AD-CDBC59A5A621}"/>
              </a:ext>
            </a:extLst>
          </p:cNvPr>
          <p:cNvSpPr txBox="1"/>
          <p:nvPr/>
        </p:nvSpPr>
        <p:spPr>
          <a:xfrm>
            <a:off x="4141563" y="6637805"/>
            <a:ext cx="481222" cy="246221"/>
          </a:xfrm>
          <a:prstGeom prst="rect">
            <a:avLst/>
          </a:prstGeom>
          <a:noFill/>
        </p:spPr>
        <p:txBody>
          <a:bodyPr wrap="none" rtlCol="0">
            <a:spAutoFit/>
          </a:bodyPr>
          <a:lstStyle/>
          <a:p>
            <a:r>
              <a:rPr lang="en-US" sz="1000" dirty="0"/>
              <a:t>Main</a:t>
            </a:r>
          </a:p>
        </p:txBody>
      </p:sp>
      <p:sp>
        <p:nvSpPr>
          <p:cNvPr id="60" name="TextBox 59">
            <a:extLst>
              <a:ext uri="{FF2B5EF4-FFF2-40B4-BE49-F238E27FC236}">
                <a16:creationId xmlns:a16="http://schemas.microsoft.com/office/drawing/2014/main" id="{DC95D263-62D7-C86C-3C5C-5CE5AD7960D2}"/>
              </a:ext>
            </a:extLst>
          </p:cNvPr>
          <p:cNvSpPr txBox="1"/>
          <p:nvPr/>
        </p:nvSpPr>
        <p:spPr>
          <a:xfrm>
            <a:off x="4602186" y="6653193"/>
            <a:ext cx="830677" cy="215444"/>
          </a:xfrm>
          <a:prstGeom prst="rect">
            <a:avLst/>
          </a:prstGeom>
          <a:noFill/>
        </p:spPr>
        <p:txBody>
          <a:bodyPr wrap="none" rtlCol="0">
            <a:spAutoFit/>
          </a:bodyPr>
          <a:lstStyle/>
          <a:p>
            <a:r>
              <a:rPr lang="en-US" sz="800" dirty="0"/>
              <a:t>Development</a:t>
            </a:r>
          </a:p>
        </p:txBody>
      </p:sp>
      <p:cxnSp>
        <p:nvCxnSpPr>
          <p:cNvPr id="61" name="Straight Connector 60">
            <a:extLst>
              <a:ext uri="{FF2B5EF4-FFF2-40B4-BE49-F238E27FC236}">
                <a16:creationId xmlns:a16="http://schemas.microsoft.com/office/drawing/2014/main" id="{9C3B5309-0584-2EC7-5E3B-9451E9C0C2C0}"/>
              </a:ext>
            </a:extLst>
          </p:cNvPr>
          <p:cNvCxnSpPr>
            <a:cxnSpLocks/>
            <a:stCxn id="50" idx="4"/>
          </p:cNvCxnSpPr>
          <p:nvPr/>
        </p:nvCxnSpPr>
        <p:spPr>
          <a:xfrm>
            <a:off x="5056072" y="5661620"/>
            <a:ext cx="0" cy="92691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7F08BF4-44D7-8F77-32AB-3C2E3C66D78D}"/>
              </a:ext>
            </a:extLst>
          </p:cNvPr>
          <p:cNvSpPr txBox="1"/>
          <p:nvPr/>
        </p:nvSpPr>
        <p:spPr>
          <a:xfrm>
            <a:off x="5335941" y="6637805"/>
            <a:ext cx="641522" cy="246221"/>
          </a:xfrm>
          <a:prstGeom prst="rect">
            <a:avLst/>
          </a:prstGeom>
          <a:noFill/>
        </p:spPr>
        <p:txBody>
          <a:bodyPr wrap="none" rtlCol="0">
            <a:spAutoFit/>
          </a:bodyPr>
          <a:lstStyle/>
          <a:p>
            <a:r>
              <a:rPr lang="en-US" sz="1000" dirty="0"/>
              <a:t>Feature</a:t>
            </a:r>
          </a:p>
        </p:txBody>
      </p:sp>
      <p:cxnSp>
        <p:nvCxnSpPr>
          <p:cNvPr id="66" name="Curved Connector 65">
            <a:extLst>
              <a:ext uri="{FF2B5EF4-FFF2-40B4-BE49-F238E27FC236}">
                <a16:creationId xmlns:a16="http://schemas.microsoft.com/office/drawing/2014/main" id="{48CD1949-61B4-C2EE-0E44-FE40AE312CE0}"/>
              </a:ext>
            </a:extLst>
          </p:cNvPr>
          <p:cNvCxnSpPr>
            <a:cxnSpLocks/>
            <a:endCxn id="73" idx="6"/>
          </p:cNvCxnSpPr>
          <p:nvPr/>
        </p:nvCxnSpPr>
        <p:spPr>
          <a:xfrm rot="10800000">
            <a:off x="5326683" y="3480672"/>
            <a:ext cx="302859" cy="301846"/>
          </a:xfrm>
          <a:prstGeom prst="curvedConnector3">
            <a:avLst>
              <a:gd name="adj1" fmla="val 1693"/>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3" name="Oval 72">
            <a:extLst>
              <a:ext uri="{FF2B5EF4-FFF2-40B4-BE49-F238E27FC236}">
                <a16:creationId xmlns:a16="http://schemas.microsoft.com/office/drawing/2014/main" id="{F4432438-8833-FD5D-BC26-9B3C8EC98862}"/>
              </a:ext>
            </a:extLst>
          </p:cNvPr>
          <p:cNvSpPr/>
          <p:nvPr/>
        </p:nvSpPr>
        <p:spPr>
          <a:xfrm>
            <a:off x="4843125" y="3250125"/>
            <a:ext cx="483557" cy="461093"/>
          </a:xfrm>
          <a:prstGeom prst="ellipse">
            <a:avLst/>
          </a:prstGeom>
          <a:noFill/>
          <a:ln w="38100" cap="flat" cmpd="sng" algn="ctr">
            <a:solidFill>
              <a:srgbClr val="7030A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79" name="Straight Arrow Connector 78">
            <a:extLst>
              <a:ext uri="{FF2B5EF4-FFF2-40B4-BE49-F238E27FC236}">
                <a16:creationId xmlns:a16="http://schemas.microsoft.com/office/drawing/2014/main" id="{EC908820-4FE0-5A76-8F55-AAB80A3327B6}"/>
              </a:ext>
            </a:extLst>
          </p:cNvPr>
          <p:cNvCxnSpPr>
            <a:cxnSpLocks/>
          </p:cNvCxnSpPr>
          <p:nvPr/>
        </p:nvCxnSpPr>
        <p:spPr>
          <a:xfrm flipV="1">
            <a:off x="5069928" y="3001448"/>
            <a:ext cx="7708" cy="243087"/>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22E4DF92-AF33-1225-5D23-EA84B6DAC5C1}"/>
              </a:ext>
            </a:extLst>
          </p:cNvPr>
          <p:cNvSpPr txBox="1"/>
          <p:nvPr/>
        </p:nvSpPr>
        <p:spPr>
          <a:xfrm>
            <a:off x="6272032" y="4503301"/>
            <a:ext cx="2037930" cy="369332"/>
          </a:xfrm>
          <a:prstGeom prst="rect">
            <a:avLst/>
          </a:prstGeom>
          <a:noFill/>
        </p:spPr>
        <p:txBody>
          <a:bodyPr wrap="none" rtlCol="0">
            <a:spAutoFit/>
          </a:bodyPr>
          <a:lstStyle/>
          <a:p>
            <a:r>
              <a:rPr lang="en-US" dirty="0"/>
              <a:t>Work on issue #1</a:t>
            </a:r>
          </a:p>
        </p:txBody>
      </p:sp>
    </p:spTree>
    <p:extLst>
      <p:ext uri="{BB962C8B-B14F-4D97-AF65-F5344CB8AC3E}">
        <p14:creationId xmlns:p14="http://schemas.microsoft.com/office/powerpoint/2010/main" val="2301259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B2D56-9B8F-EC46-06A6-7837222800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1C23C-3D93-FFE1-B748-F0F2580FC4DB}"/>
              </a:ext>
            </a:extLst>
          </p:cNvPr>
          <p:cNvSpPr>
            <a:spLocks noGrp="1"/>
          </p:cNvSpPr>
          <p:nvPr>
            <p:ph type="title"/>
          </p:nvPr>
        </p:nvSpPr>
        <p:spPr/>
        <p:txBody>
          <a:bodyPr/>
          <a:lstStyle/>
          <a:p>
            <a:r>
              <a:rPr lang="en-US" dirty="0"/>
              <a:t>Branching Strategy</a:t>
            </a:r>
          </a:p>
        </p:txBody>
      </p:sp>
      <p:sp>
        <p:nvSpPr>
          <p:cNvPr id="3" name="Footer Placeholder 2">
            <a:extLst>
              <a:ext uri="{FF2B5EF4-FFF2-40B4-BE49-F238E27FC236}">
                <a16:creationId xmlns:a16="http://schemas.microsoft.com/office/drawing/2014/main" id="{51B6B2EE-D98E-66A7-2A52-83473837F17D}"/>
              </a:ext>
            </a:extLst>
          </p:cNvPr>
          <p:cNvSpPr>
            <a:spLocks noGrp="1"/>
          </p:cNvSpPr>
          <p:nvPr>
            <p:ph type="ftr" sz="quarter" idx="10"/>
          </p:nvPr>
        </p:nvSpPr>
        <p:spPr/>
        <p:txBody>
          <a:bodyPr/>
          <a:lstStyle/>
          <a:p>
            <a:r>
              <a:rPr lang="en-ID" dirty="0"/>
              <a:t>GitHub Workflow Basics</a:t>
            </a:r>
          </a:p>
        </p:txBody>
      </p:sp>
      <p:sp>
        <p:nvSpPr>
          <p:cNvPr id="4" name="Slide Number Placeholder 3">
            <a:extLst>
              <a:ext uri="{FF2B5EF4-FFF2-40B4-BE49-F238E27FC236}">
                <a16:creationId xmlns:a16="http://schemas.microsoft.com/office/drawing/2014/main" id="{EB9A2081-7A4B-3F25-BFCE-C3332C05CE1C}"/>
              </a:ext>
            </a:extLst>
          </p:cNvPr>
          <p:cNvSpPr>
            <a:spLocks noGrp="1"/>
          </p:cNvSpPr>
          <p:nvPr>
            <p:ph type="sldNum" sz="quarter" idx="11"/>
          </p:nvPr>
        </p:nvSpPr>
        <p:spPr/>
        <p:txBody>
          <a:bodyPr/>
          <a:lstStyle/>
          <a:p>
            <a:fld id="{F5342A4C-1D06-4798-B51F-D5804CA03D28}" type="slidenum">
              <a:rPr lang="en-ID" smtClean="0"/>
              <a:pPr/>
              <a:t>47</a:t>
            </a:fld>
            <a:endParaRPr lang="en-ID" dirty="0"/>
          </a:p>
        </p:txBody>
      </p:sp>
      <p:pic>
        <p:nvPicPr>
          <p:cNvPr id="5" name="Picture 4">
            <a:extLst>
              <a:ext uri="{FF2B5EF4-FFF2-40B4-BE49-F238E27FC236}">
                <a16:creationId xmlns:a16="http://schemas.microsoft.com/office/drawing/2014/main" id="{FD8E2DBA-AF16-78C8-8937-BD4A94F52052}"/>
              </a:ext>
            </a:extLst>
          </p:cNvPr>
          <p:cNvPicPr>
            <a:picLocks noChangeAspect="1"/>
          </p:cNvPicPr>
          <p:nvPr/>
        </p:nvPicPr>
        <p:blipFill>
          <a:blip r:embed="rId3"/>
          <a:stretch>
            <a:fillRect/>
          </a:stretch>
        </p:blipFill>
        <p:spPr>
          <a:xfrm>
            <a:off x="3517449" y="1165414"/>
            <a:ext cx="5049035" cy="5562260"/>
          </a:xfrm>
          <a:prstGeom prst="rect">
            <a:avLst/>
          </a:prstGeom>
        </p:spPr>
      </p:pic>
      <p:sp>
        <p:nvSpPr>
          <p:cNvPr id="15" name="Rectangle 14">
            <a:extLst>
              <a:ext uri="{FF2B5EF4-FFF2-40B4-BE49-F238E27FC236}">
                <a16:creationId xmlns:a16="http://schemas.microsoft.com/office/drawing/2014/main" id="{7882D4E8-B436-73CF-CCE7-97814629FD3A}"/>
              </a:ext>
            </a:extLst>
          </p:cNvPr>
          <p:cNvSpPr/>
          <p:nvPr/>
        </p:nvSpPr>
        <p:spPr>
          <a:xfrm>
            <a:off x="3934326" y="4066674"/>
            <a:ext cx="3236495" cy="2382252"/>
          </a:xfrm>
          <a:prstGeom prst="rect">
            <a:avLst/>
          </a:prstGeom>
          <a:noFill/>
          <a:ln w="28575" cap="flat" cmpd="sng" algn="ctr">
            <a:solidFill>
              <a:srgbClr val="FFFF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C2DEC624-ACDA-C508-D7B4-1FADF3F6148A}"/>
              </a:ext>
            </a:extLst>
          </p:cNvPr>
          <p:cNvCxnSpPr>
            <a:cxnSpLocks/>
          </p:cNvCxnSpPr>
          <p:nvPr/>
        </p:nvCxnSpPr>
        <p:spPr>
          <a:xfrm flipV="1">
            <a:off x="5823284" y="1455821"/>
            <a:ext cx="0" cy="1275348"/>
          </a:xfrm>
          <a:prstGeom prst="line">
            <a:avLst/>
          </a:prstGeom>
          <a:ln w="38100" cap="flat" cmpd="sng" algn="ctr">
            <a:solidFill>
              <a:srgbClr val="0070C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Straight Connector 18">
            <a:extLst>
              <a:ext uri="{FF2B5EF4-FFF2-40B4-BE49-F238E27FC236}">
                <a16:creationId xmlns:a16="http://schemas.microsoft.com/office/drawing/2014/main" id="{1C4784FD-6192-746E-A0AF-A83ABB332A85}"/>
              </a:ext>
            </a:extLst>
          </p:cNvPr>
          <p:cNvCxnSpPr>
            <a:cxnSpLocks/>
          </p:cNvCxnSpPr>
          <p:nvPr/>
        </p:nvCxnSpPr>
        <p:spPr>
          <a:xfrm flipV="1">
            <a:off x="5350041" y="1455821"/>
            <a:ext cx="0" cy="609601"/>
          </a:xfrm>
          <a:prstGeom prst="line">
            <a:avLst/>
          </a:prstGeom>
          <a:ln w="38100" cap="flat" cmpd="sng" algn="ctr">
            <a:solidFill>
              <a:srgbClr val="00B0F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8701782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6E667D5-EE5B-D468-BF63-BA2EBF126C66}"/>
              </a:ext>
            </a:extLst>
          </p:cNvPr>
          <p:cNvSpPr>
            <a:spLocks noGrp="1"/>
          </p:cNvSpPr>
          <p:nvPr>
            <p:ph type="ftr" sz="quarter" idx="10"/>
          </p:nvPr>
        </p:nvSpPr>
        <p:spPr>
          <a:xfrm>
            <a:off x="73223" y="309033"/>
            <a:ext cx="413319" cy="3121025"/>
          </a:xfrm>
        </p:spPr>
        <p:txBody>
          <a:bodyPr/>
          <a:lstStyle/>
          <a:p>
            <a:r>
              <a:rPr lang="en-ID" dirty="0"/>
              <a:t>GitHub Workflow Basics</a:t>
            </a:r>
          </a:p>
        </p:txBody>
      </p:sp>
      <p:sp>
        <p:nvSpPr>
          <p:cNvPr id="4" name="Slide Number Placeholder 3">
            <a:extLst>
              <a:ext uri="{FF2B5EF4-FFF2-40B4-BE49-F238E27FC236}">
                <a16:creationId xmlns:a16="http://schemas.microsoft.com/office/drawing/2014/main" id="{5E43A7DE-BB3B-8858-041C-664A8A2AE202}"/>
              </a:ext>
            </a:extLst>
          </p:cNvPr>
          <p:cNvSpPr>
            <a:spLocks noGrp="1"/>
          </p:cNvSpPr>
          <p:nvPr>
            <p:ph type="sldNum" sz="quarter" idx="11"/>
          </p:nvPr>
        </p:nvSpPr>
        <p:spPr/>
        <p:txBody>
          <a:bodyPr/>
          <a:lstStyle/>
          <a:p>
            <a:fld id="{F5342A4C-1D06-4798-B51F-D5804CA03D28}" type="slidenum">
              <a:rPr lang="en-ID" smtClean="0"/>
              <a:pPr/>
              <a:t>48</a:t>
            </a:fld>
            <a:endParaRPr lang="en-ID" dirty="0"/>
          </a:p>
        </p:txBody>
      </p:sp>
      <p:sp>
        <p:nvSpPr>
          <p:cNvPr id="10" name="Title 21">
            <a:extLst>
              <a:ext uri="{FF2B5EF4-FFF2-40B4-BE49-F238E27FC236}">
                <a16:creationId xmlns:a16="http://schemas.microsoft.com/office/drawing/2014/main" id="{757C3574-89D5-D7FA-CC22-3A1D0FE1FC3B}"/>
              </a:ext>
            </a:extLst>
          </p:cNvPr>
          <p:cNvSpPr>
            <a:spLocks noGrp="1"/>
          </p:cNvSpPr>
          <p:nvPr>
            <p:ph type="title"/>
          </p:nvPr>
        </p:nvSpPr>
        <p:spPr>
          <a:xfrm>
            <a:off x="1019584" y="523035"/>
            <a:ext cx="4196360" cy="803490"/>
          </a:xfrm>
        </p:spPr>
        <p:txBody>
          <a:bodyPr>
            <a:normAutofit fontScale="90000"/>
          </a:bodyPr>
          <a:lstStyle/>
          <a:p>
            <a:r>
              <a:rPr lang="en-US" dirty="0"/>
              <a:t>Let’s cleanup!</a:t>
            </a:r>
          </a:p>
        </p:txBody>
      </p:sp>
      <p:sp>
        <p:nvSpPr>
          <p:cNvPr id="5" name="TextBox 4">
            <a:extLst>
              <a:ext uri="{FF2B5EF4-FFF2-40B4-BE49-F238E27FC236}">
                <a16:creationId xmlns:a16="http://schemas.microsoft.com/office/drawing/2014/main" id="{F78702F4-DCAB-0347-30D2-ACECB4EE5F4A}"/>
              </a:ext>
            </a:extLst>
          </p:cNvPr>
          <p:cNvSpPr txBox="1"/>
          <p:nvPr/>
        </p:nvSpPr>
        <p:spPr>
          <a:xfrm>
            <a:off x="1206135" y="1766450"/>
            <a:ext cx="4889865" cy="369332"/>
          </a:xfrm>
          <a:prstGeom prst="rect">
            <a:avLst/>
          </a:prstGeom>
          <a:noFill/>
        </p:spPr>
        <p:txBody>
          <a:bodyPr wrap="none" rtlCol="0">
            <a:spAutoFit/>
          </a:bodyPr>
          <a:lstStyle/>
          <a:p>
            <a:r>
              <a:rPr lang="en-US" b="1" dirty="0"/>
              <a:t>Stand on main branch and pull upstream</a:t>
            </a:r>
          </a:p>
        </p:txBody>
      </p:sp>
      <p:sp>
        <p:nvSpPr>
          <p:cNvPr id="6" name="TextBox 5">
            <a:extLst>
              <a:ext uri="{FF2B5EF4-FFF2-40B4-BE49-F238E27FC236}">
                <a16:creationId xmlns:a16="http://schemas.microsoft.com/office/drawing/2014/main" id="{FBC850D6-EF61-8367-A426-F234B5C9163B}"/>
              </a:ext>
            </a:extLst>
          </p:cNvPr>
          <p:cNvSpPr txBox="1"/>
          <p:nvPr/>
        </p:nvSpPr>
        <p:spPr>
          <a:xfrm>
            <a:off x="1206135" y="2211027"/>
            <a:ext cx="6209136" cy="369332"/>
          </a:xfrm>
          <a:prstGeom prst="rect">
            <a:avLst/>
          </a:prstGeom>
          <a:noFill/>
        </p:spPr>
        <p:txBody>
          <a:bodyPr wrap="none" rtlCol="0">
            <a:spAutoFit/>
          </a:bodyPr>
          <a:lstStyle/>
          <a:p>
            <a:r>
              <a:rPr lang="en-US" b="1" dirty="0"/>
              <a:t>Delete feature branch and push the change to origin</a:t>
            </a:r>
          </a:p>
        </p:txBody>
      </p:sp>
    </p:spTree>
    <p:extLst>
      <p:ext uri="{BB962C8B-B14F-4D97-AF65-F5344CB8AC3E}">
        <p14:creationId xmlns:p14="http://schemas.microsoft.com/office/powerpoint/2010/main" val="2331946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graphicFrame>
        <p:nvGraphicFramePr>
          <p:cNvPr id="2" name="Table 0"/>
          <p:cNvGraphicFramePr>
            <a:graphicFrameLocks noGrp="1"/>
          </p:cNvGraphicFramePr>
          <p:nvPr/>
        </p:nvGraphicFramePr>
        <p:xfrm>
          <a:off x="853440" y="2438400"/>
          <a:ext cx="10363200" cy="3145536"/>
        </p:xfrm>
        <a:graphic>
          <a:graphicData uri="http://schemas.openxmlformats.org/drawingml/2006/table">
            <a:tbl>
              <a:tblPr/>
              <a:tblGrid>
                <a:gridCol w="518160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524256">
                <a:tc>
                  <a:txBody>
                    <a:bodyPr/>
                    <a:lstStyle/>
                    <a:p>
                      <a:pPr marL="0" indent="0">
                        <a:buNone/>
                      </a:pPr>
                      <a:r>
                        <a:rPr lang="en-US" sz="1400" dirty="0">
                          <a:solidFill>
                            <a:srgbClr val="000000"/>
                          </a:solidFill>
                          <a:latin typeface="Open Sans" pitchFamily="34" charset="0"/>
                          <a:ea typeface="Open Sans" pitchFamily="34" charset="-122"/>
                          <a:cs typeface="Open Sans" pitchFamily="34" charset="-120"/>
                        </a:rPr>
                        <a:t>Best Practice</a:t>
                      </a:r>
                      <a:endParaRPr lang="en-US" sz="1400" dirty="0">
                        <a:latin typeface="Open Sans" charset="0"/>
                        <a:ea typeface="Open Sans" charset="0"/>
                        <a:cs typeface="Open Sans" charset="0"/>
                      </a:endParaRPr>
                    </a:p>
                  </a:txBody>
                  <a:tcPr marL="73152" marR="73152" marT="73152" marB="73152" anchor="ctr">
                    <a:lnL w="12700" cap="flat" cmpd="sng" algn="ctr">
                      <a:solidFill>
                        <a:srgbClr val="2F2E2C"/>
                      </a:solidFill>
                      <a:prstDash val="solid"/>
                      <a:round/>
                      <a:headEnd type="none" w="med" len="med"/>
                      <a:tailEnd type="none" w="med" len="med"/>
                    </a:lnL>
                    <a:lnR w="12700" cap="flat" cmpd="sng" algn="ctr">
                      <a:solidFill>
                        <a:srgbClr val="2F2E2C"/>
                      </a:solidFill>
                      <a:prstDash val="solid"/>
                      <a:round/>
                      <a:headEnd type="none" w="med" len="med"/>
                      <a:tailEnd type="none" w="med" len="med"/>
                    </a:lnR>
                    <a:lnT w="12700" cap="flat" cmpd="sng" algn="ctr">
                      <a:solidFill>
                        <a:srgbClr val="2F2E2C"/>
                      </a:solidFill>
                      <a:prstDash val="solid"/>
                      <a:round/>
                      <a:headEnd type="none" w="med" len="med"/>
                      <a:tailEnd type="none" w="med" len="med"/>
                    </a:lnT>
                    <a:lnB w="12700" cap="flat" cmpd="sng" algn="ctr">
                      <a:solidFill>
                        <a:srgbClr val="2F2E2C"/>
                      </a:solidFill>
                      <a:prstDash val="solid"/>
                      <a:round/>
                      <a:headEnd type="none" w="med" len="med"/>
                      <a:tailEnd type="none" w="med" len="med"/>
                    </a:lnB>
                    <a:solidFill>
                      <a:srgbClr val="CAC8C5"/>
                    </a:solidFill>
                  </a:tcPr>
                </a:tc>
                <a:tc>
                  <a:txBody>
                    <a:bodyPr/>
                    <a:lstStyle/>
                    <a:p>
                      <a:pPr marL="0" indent="0">
                        <a:buNone/>
                      </a:pPr>
                      <a:r>
                        <a:rPr lang="en-US" sz="1400" dirty="0">
                          <a:solidFill>
                            <a:srgbClr val="000000"/>
                          </a:solidFill>
                          <a:latin typeface="Open Sans" pitchFamily="34" charset="0"/>
                          <a:ea typeface="Open Sans" pitchFamily="34" charset="-122"/>
                          <a:cs typeface="Open Sans" pitchFamily="34" charset="-120"/>
                        </a:rPr>
                        <a:t>Description</a:t>
                      </a:r>
                      <a:endParaRPr lang="en-US" sz="1400" dirty="0">
                        <a:latin typeface="Open Sans" charset="0"/>
                        <a:ea typeface="Open Sans" charset="0"/>
                        <a:cs typeface="Open Sans" charset="0"/>
                      </a:endParaRPr>
                    </a:p>
                  </a:txBody>
                  <a:tcPr marL="73152" marR="73152" marT="73152" marB="73152" anchor="ctr">
                    <a:lnL w="12700" cap="flat" cmpd="sng" algn="ctr">
                      <a:solidFill>
                        <a:srgbClr val="2F2E2C"/>
                      </a:solidFill>
                      <a:prstDash val="solid"/>
                      <a:round/>
                      <a:headEnd type="none" w="med" len="med"/>
                      <a:tailEnd type="none" w="med" len="med"/>
                    </a:lnL>
                    <a:lnR w="12700" cap="flat" cmpd="sng" algn="ctr">
                      <a:solidFill>
                        <a:srgbClr val="2F2E2C"/>
                      </a:solidFill>
                      <a:prstDash val="solid"/>
                      <a:round/>
                      <a:headEnd type="none" w="med" len="med"/>
                      <a:tailEnd type="none" w="med" len="med"/>
                    </a:lnR>
                    <a:lnT w="12700" cap="flat" cmpd="sng" algn="ctr">
                      <a:solidFill>
                        <a:srgbClr val="2F2E2C"/>
                      </a:solidFill>
                      <a:prstDash val="solid"/>
                      <a:round/>
                      <a:headEnd type="none" w="med" len="med"/>
                      <a:tailEnd type="none" w="med" len="med"/>
                    </a:lnT>
                    <a:lnB w="12700" cap="flat" cmpd="sng" algn="ctr">
                      <a:solidFill>
                        <a:srgbClr val="2F2E2C"/>
                      </a:solidFill>
                      <a:prstDash val="solid"/>
                      <a:round/>
                      <a:headEnd type="none" w="med" len="med"/>
                      <a:tailEnd type="none" w="med" len="med"/>
                    </a:lnB>
                    <a:solidFill>
                      <a:srgbClr val="CAC8C5"/>
                    </a:solidFill>
                  </a:tcPr>
                </a:tc>
                <a:extLst>
                  <a:ext uri="{0D108BD9-81ED-4DB2-BD59-A6C34878D82A}">
                    <a16:rowId xmlns:a16="http://schemas.microsoft.com/office/drawing/2014/main" val="10000"/>
                  </a:ext>
                </a:extLst>
              </a:tr>
              <a:tr h="524256">
                <a:tc>
                  <a:txBody>
                    <a:bodyPr/>
                    <a:lstStyle/>
                    <a:p>
                      <a:pPr marL="0" indent="0">
                        <a:buNone/>
                      </a:pPr>
                      <a:r>
                        <a:rPr lang="en-US" sz="1200" dirty="0">
                          <a:solidFill>
                            <a:srgbClr val="000000"/>
                          </a:solidFill>
                          <a:latin typeface="Open Sans" pitchFamily="34" charset="0"/>
                          <a:ea typeface="Open Sans" pitchFamily="34" charset="-122"/>
                          <a:cs typeface="Open Sans" pitchFamily="34" charset="-120"/>
                        </a:rPr>
                        <a:t>Branch Protection</a:t>
                      </a:r>
                      <a:endParaRPr lang="en-US" sz="1200" dirty="0">
                        <a:latin typeface="Open Sans" charset="0"/>
                        <a:ea typeface="Open Sans" charset="0"/>
                        <a:cs typeface="Open Sans" charset="0"/>
                      </a:endParaRPr>
                    </a:p>
                  </a:txBody>
                  <a:tcPr marL="73152" marR="73152" marT="73152" marB="73152" anchor="ctr">
                    <a:lnL w="12700" cap="flat" cmpd="sng" algn="ctr">
                      <a:solidFill>
                        <a:srgbClr val="2F2E2C"/>
                      </a:solidFill>
                      <a:prstDash val="solid"/>
                      <a:round/>
                      <a:headEnd type="none" w="med" len="med"/>
                      <a:tailEnd type="none" w="med" len="med"/>
                    </a:lnL>
                    <a:lnR w="12700" cap="flat" cmpd="sng" algn="ctr">
                      <a:solidFill>
                        <a:srgbClr val="2F2E2C"/>
                      </a:solidFill>
                      <a:prstDash val="solid"/>
                      <a:round/>
                      <a:headEnd type="none" w="med" len="med"/>
                      <a:tailEnd type="none" w="med" len="med"/>
                    </a:lnR>
                    <a:lnT w="12700" cap="flat" cmpd="sng" algn="ctr">
                      <a:solidFill>
                        <a:srgbClr val="2F2E2C"/>
                      </a:solidFill>
                      <a:prstDash val="solid"/>
                      <a:round/>
                      <a:headEnd type="none" w="med" len="med"/>
                      <a:tailEnd type="none" w="med" len="med"/>
                    </a:lnT>
                    <a:lnB w="12700" cap="flat" cmpd="sng" algn="ctr">
                      <a:solidFill>
                        <a:srgbClr val="2F2E2C"/>
                      </a:solidFill>
                      <a:prstDash val="solid"/>
                      <a:round/>
                      <a:headEnd type="none" w="med" len="med"/>
                      <a:tailEnd type="none" w="med" len="med"/>
                    </a:lnB>
                    <a:solidFill>
                      <a:srgbClr val="EAE9E8"/>
                    </a:solidFill>
                  </a:tcPr>
                </a:tc>
                <a:tc>
                  <a:txBody>
                    <a:bodyPr/>
                    <a:lstStyle/>
                    <a:p>
                      <a:pPr marL="0" indent="0">
                        <a:buNone/>
                      </a:pPr>
                      <a:r>
                        <a:rPr lang="en-US" sz="1200" dirty="0">
                          <a:solidFill>
                            <a:srgbClr val="000000"/>
                          </a:solidFill>
                          <a:latin typeface="Open Sans" pitchFamily="34" charset="0"/>
                          <a:ea typeface="Open Sans" pitchFamily="34" charset="-122"/>
                          <a:cs typeface="Open Sans" pitchFamily="34" charset="-120"/>
                        </a:rPr>
                        <a:t>Enable branch protection rules to prevent direct commits to critical branches and ensure changes go through code review.</a:t>
                      </a:r>
                      <a:endParaRPr lang="en-US" sz="1200" dirty="0">
                        <a:latin typeface="Open Sans" charset="0"/>
                        <a:ea typeface="Open Sans" charset="0"/>
                        <a:cs typeface="Open Sans" charset="0"/>
                      </a:endParaRPr>
                    </a:p>
                  </a:txBody>
                  <a:tcPr marL="73152" marR="73152" marT="73152" marB="73152" anchor="ctr">
                    <a:lnL w="12700" cap="flat" cmpd="sng" algn="ctr">
                      <a:solidFill>
                        <a:srgbClr val="2F2E2C"/>
                      </a:solidFill>
                      <a:prstDash val="solid"/>
                      <a:round/>
                      <a:headEnd type="none" w="med" len="med"/>
                      <a:tailEnd type="none" w="med" len="med"/>
                    </a:lnL>
                    <a:lnR w="12700" cap="flat" cmpd="sng" algn="ctr">
                      <a:solidFill>
                        <a:srgbClr val="2F2E2C"/>
                      </a:solidFill>
                      <a:prstDash val="solid"/>
                      <a:round/>
                      <a:headEnd type="none" w="med" len="med"/>
                      <a:tailEnd type="none" w="med" len="med"/>
                    </a:lnR>
                    <a:lnT w="12700" cap="flat" cmpd="sng" algn="ctr">
                      <a:solidFill>
                        <a:srgbClr val="2F2E2C"/>
                      </a:solidFill>
                      <a:prstDash val="solid"/>
                      <a:round/>
                      <a:headEnd type="none" w="med" len="med"/>
                      <a:tailEnd type="none" w="med" len="med"/>
                    </a:lnT>
                    <a:lnB w="12700" cap="flat" cmpd="sng" algn="ctr">
                      <a:solidFill>
                        <a:srgbClr val="2F2E2C"/>
                      </a:solidFill>
                      <a:prstDash val="solid"/>
                      <a:round/>
                      <a:headEnd type="none" w="med" len="med"/>
                      <a:tailEnd type="none" w="med" len="med"/>
                    </a:lnB>
                    <a:solidFill>
                      <a:srgbClr val="EAE9E8"/>
                    </a:solidFill>
                  </a:tcPr>
                </a:tc>
                <a:extLst>
                  <a:ext uri="{0D108BD9-81ED-4DB2-BD59-A6C34878D82A}">
                    <a16:rowId xmlns:a16="http://schemas.microsoft.com/office/drawing/2014/main" val="10001"/>
                  </a:ext>
                </a:extLst>
              </a:tr>
              <a:tr h="524256">
                <a:tc>
                  <a:txBody>
                    <a:bodyPr/>
                    <a:lstStyle/>
                    <a:p>
                      <a:pPr marL="0" indent="0">
                        <a:buNone/>
                      </a:pPr>
                      <a:r>
                        <a:rPr lang="en-US" sz="1200" dirty="0">
                          <a:solidFill>
                            <a:srgbClr val="000000"/>
                          </a:solidFill>
                          <a:latin typeface="Open Sans" pitchFamily="34" charset="0"/>
                          <a:ea typeface="Open Sans" pitchFamily="34" charset="-122"/>
                          <a:cs typeface="Open Sans" pitchFamily="34" charset="-120"/>
                        </a:rPr>
                        <a:t>Continuous Integration</a:t>
                      </a:r>
                      <a:endParaRPr lang="en-US" sz="1200" dirty="0">
                        <a:latin typeface="Open Sans" charset="0"/>
                        <a:ea typeface="Open Sans" charset="0"/>
                        <a:cs typeface="Open Sans" charset="0"/>
                      </a:endParaRPr>
                    </a:p>
                  </a:txBody>
                  <a:tcPr marL="73152" marR="73152" marT="73152" marB="73152" anchor="ctr">
                    <a:lnL w="12700" cap="flat" cmpd="sng" algn="ctr">
                      <a:solidFill>
                        <a:srgbClr val="2F2E2C"/>
                      </a:solidFill>
                      <a:prstDash val="solid"/>
                      <a:round/>
                      <a:headEnd type="none" w="med" len="med"/>
                      <a:tailEnd type="none" w="med" len="med"/>
                    </a:lnL>
                    <a:lnR w="12700" cap="flat" cmpd="sng" algn="ctr">
                      <a:solidFill>
                        <a:srgbClr val="2F2E2C"/>
                      </a:solidFill>
                      <a:prstDash val="solid"/>
                      <a:round/>
                      <a:headEnd type="none" w="med" len="med"/>
                      <a:tailEnd type="none" w="med" len="med"/>
                    </a:lnR>
                    <a:lnT w="12700" cap="flat" cmpd="sng" algn="ctr">
                      <a:solidFill>
                        <a:srgbClr val="2F2E2C"/>
                      </a:solidFill>
                      <a:prstDash val="solid"/>
                      <a:round/>
                      <a:headEnd type="none" w="med" len="med"/>
                      <a:tailEnd type="none" w="med" len="med"/>
                    </a:lnT>
                    <a:lnB w="12700" cap="flat" cmpd="sng" algn="ctr">
                      <a:solidFill>
                        <a:srgbClr val="2F2E2C"/>
                      </a:solidFill>
                      <a:prstDash val="solid"/>
                      <a:round/>
                      <a:headEnd type="none" w="med" len="med"/>
                      <a:tailEnd type="none" w="med" len="med"/>
                    </a:lnB>
                    <a:solidFill>
                      <a:srgbClr val="EAE9E8"/>
                    </a:solidFill>
                  </a:tcPr>
                </a:tc>
                <a:tc>
                  <a:txBody>
                    <a:bodyPr/>
                    <a:lstStyle/>
                    <a:p>
                      <a:pPr marL="0" indent="0">
                        <a:buNone/>
                      </a:pPr>
                      <a:r>
                        <a:rPr lang="en-US" sz="1200" dirty="0">
                          <a:solidFill>
                            <a:srgbClr val="000000"/>
                          </a:solidFill>
                          <a:latin typeface="Open Sans" pitchFamily="34" charset="0"/>
                          <a:ea typeface="Open Sans" pitchFamily="34" charset="-122"/>
                          <a:cs typeface="Open Sans" pitchFamily="34" charset="-120"/>
                        </a:rPr>
                        <a:t>Integrate CI tools to automatically test and build code changes, ensuring the project's stability and quality.</a:t>
                      </a:r>
                      <a:endParaRPr lang="en-US" sz="1200" dirty="0">
                        <a:latin typeface="Open Sans" charset="0"/>
                        <a:ea typeface="Open Sans" charset="0"/>
                        <a:cs typeface="Open Sans" charset="0"/>
                      </a:endParaRPr>
                    </a:p>
                  </a:txBody>
                  <a:tcPr marL="73152" marR="73152" marT="73152" marB="73152" anchor="ctr">
                    <a:lnL w="12700" cap="flat" cmpd="sng" algn="ctr">
                      <a:solidFill>
                        <a:srgbClr val="2F2E2C"/>
                      </a:solidFill>
                      <a:prstDash val="solid"/>
                      <a:round/>
                      <a:headEnd type="none" w="med" len="med"/>
                      <a:tailEnd type="none" w="med" len="med"/>
                    </a:lnL>
                    <a:lnR w="12700" cap="flat" cmpd="sng" algn="ctr">
                      <a:solidFill>
                        <a:srgbClr val="2F2E2C"/>
                      </a:solidFill>
                      <a:prstDash val="solid"/>
                      <a:round/>
                      <a:headEnd type="none" w="med" len="med"/>
                      <a:tailEnd type="none" w="med" len="med"/>
                    </a:lnR>
                    <a:lnT w="12700" cap="flat" cmpd="sng" algn="ctr">
                      <a:solidFill>
                        <a:srgbClr val="2F2E2C"/>
                      </a:solidFill>
                      <a:prstDash val="solid"/>
                      <a:round/>
                      <a:headEnd type="none" w="med" len="med"/>
                      <a:tailEnd type="none" w="med" len="med"/>
                    </a:lnT>
                    <a:lnB w="12700" cap="flat" cmpd="sng" algn="ctr">
                      <a:solidFill>
                        <a:srgbClr val="2F2E2C"/>
                      </a:solidFill>
                      <a:prstDash val="solid"/>
                      <a:round/>
                      <a:headEnd type="none" w="med" len="med"/>
                      <a:tailEnd type="none" w="med" len="med"/>
                    </a:lnB>
                    <a:solidFill>
                      <a:srgbClr val="EAE9E8"/>
                    </a:solidFill>
                  </a:tcPr>
                </a:tc>
                <a:extLst>
                  <a:ext uri="{0D108BD9-81ED-4DB2-BD59-A6C34878D82A}">
                    <a16:rowId xmlns:a16="http://schemas.microsoft.com/office/drawing/2014/main" val="10002"/>
                  </a:ext>
                </a:extLst>
              </a:tr>
              <a:tr h="524256">
                <a:tc>
                  <a:txBody>
                    <a:bodyPr/>
                    <a:lstStyle/>
                    <a:p>
                      <a:pPr marL="0" indent="0">
                        <a:buNone/>
                      </a:pPr>
                      <a:r>
                        <a:rPr lang="en-US" sz="1200" dirty="0">
                          <a:solidFill>
                            <a:srgbClr val="000000"/>
                          </a:solidFill>
                          <a:latin typeface="Open Sans" pitchFamily="34" charset="0"/>
                          <a:ea typeface="Open Sans" pitchFamily="34" charset="-122"/>
                          <a:cs typeface="Open Sans" pitchFamily="34" charset="-120"/>
                        </a:rPr>
                        <a:t>Documentation</a:t>
                      </a:r>
                      <a:endParaRPr lang="en-US" sz="1200" dirty="0">
                        <a:latin typeface="Open Sans" charset="0"/>
                        <a:ea typeface="Open Sans" charset="0"/>
                        <a:cs typeface="Open Sans" charset="0"/>
                      </a:endParaRPr>
                    </a:p>
                  </a:txBody>
                  <a:tcPr marL="73152" marR="73152" marT="73152" marB="73152" anchor="ctr">
                    <a:lnL w="12700" cap="flat" cmpd="sng" algn="ctr">
                      <a:solidFill>
                        <a:srgbClr val="2F2E2C"/>
                      </a:solidFill>
                      <a:prstDash val="solid"/>
                      <a:round/>
                      <a:headEnd type="none" w="med" len="med"/>
                      <a:tailEnd type="none" w="med" len="med"/>
                    </a:lnL>
                    <a:lnR w="12700" cap="flat" cmpd="sng" algn="ctr">
                      <a:solidFill>
                        <a:srgbClr val="2F2E2C"/>
                      </a:solidFill>
                      <a:prstDash val="solid"/>
                      <a:round/>
                      <a:headEnd type="none" w="med" len="med"/>
                      <a:tailEnd type="none" w="med" len="med"/>
                    </a:lnR>
                    <a:lnT w="12700" cap="flat" cmpd="sng" algn="ctr">
                      <a:solidFill>
                        <a:srgbClr val="2F2E2C"/>
                      </a:solidFill>
                      <a:prstDash val="solid"/>
                      <a:round/>
                      <a:headEnd type="none" w="med" len="med"/>
                      <a:tailEnd type="none" w="med" len="med"/>
                    </a:lnT>
                    <a:lnB w="12700" cap="flat" cmpd="sng" algn="ctr">
                      <a:solidFill>
                        <a:srgbClr val="2F2E2C"/>
                      </a:solidFill>
                      <a:prstDash val="solid"/>
                      <a:round/>
                      <a:headEnd type="none" w="med" len="med"/>
                      <a:tailEnd type="none" w="med" len="med"/>
                    </a:lnB>
                    <a:solidFill>
                      <a:srgbClr val="EAE9E8"/>
                    </a:solidFill>
                  </a:tcPr>
                </a:tc>
                <a:tc>
                  <a:txBody>
                    <a:bodyPr/>
                    <a:lstStyle/>
                    <a:p>
                      <a:pPr marL="0" indent="0">
                        <a:buNone/>
                      </a:pPr>
                      <a:r>
                        <a:rPr lang="en-US" sz="1200" dirty="0">
                          <a:solidFill>
                            <a:srgbClr val="000000"/>
                          </a:solidFill>
                          <a:latin typeface="Open Sans" pitchFamily="34" charset="0"/>
                          <a:ea typeface="Open Sans" pitchFamily="34" charset="-122"/>
                          <a:cs typeface="Open Sans" pitchFamily="34" charset="-120"/>
                        </a:rPr>
                        <a:t>Maintain detailed documentation in repositories to enhance project accessibility, onboarding, and knowledge sharing.</a:t>
                      </a:r>
                      <a:endParaRPr lang="en-US" sz="1200" dirty="0">
                        <a:latin typeface="Open Sans" charset="0"/>
                        <a:ea typeface="Open Sans" charset="0"/>
                        <a:cs typeface="Open Sans" charset="0"/>
                      </a:endParaRPr>
                    </a:p>
                  </a:txBody>
                  <a:tcPr marL="73152" marR="73152" marT="73152" marB="73152" anchor="ctr">
                    <a:lnL w="12700" cap="flat" cmpd="sng" algn="ctr">
                      <a:solidFill>
                        <a:srgbClr val="2F2E2C"/>
                      </a:solidFill>
                      <a:prstDash val="solid"/>
                      <a:round/>
                      <a:headEnd type="none" w="med" len="med"/>
                      <a:tailEnd type="none" w="med" len="med"/>
                    </a:lnL>
                    <a:lnR w="12700" cap="flat" cmpd="sng" algn="ctr">
                      <a:solidFill>
                        <a:srgbClr val="2F2E2C"/>
                      </a:solidFill>
                      <a:prstDash val="solid"/>
                      <a:round/>
                      <a:headEnd type="none" w="med" len="med"/>
                      <a:tailEnd type="none" w="med" len="med"/>
                    </a:lnR>
                    <a:lnT w="12700" cap="flat" cmpd="sng" algn="ctr">
                      <a:solidFill>
                        <a:srgbClr val="2F2E2C"/>
                      </a:solidFill>
                      <a:prstDash val="solid"/>
                      <a:round/>
                      <a:headEnd type="none" w="med" len="med"/>
                      <a:tailEnd type="none" w="med" len="med"/>
                    </a:lnT>
                    <a:lnB w="12700" cap="flat" cmpd="sng" algn="ctr">
                      <a:solidFill>
                        <a:srgbClr val="2F2E2C"/>
                      </a:solidFill>
                      <a:prstDash val="solid"/>
                      <a:round/>
                      <a:headEnd type="none" w="med" len="med"/>
                      <a:tailEnd type="none" w="med" len="med"/>
                    </a:lnB>
                    <a:solidFill>
                      <a:srgbClr val="EAE9E8"/>
                    </a:solidFill>
                  </a:tcPr>
                </a:tc>
                <a:extLst>
                  <a:ext uri="{0D108BD9-81ED-4DB2-BD59-A6C34878D82A}">
                    <a16:rowId xmlns:a16="http://schemas.microsoft.com/office/drawing/2014/main" val="10003"/>
                  </a:ext>
                </a:extLst>
              </a:tr>
              <a:tr h="524256">
                <a:tc>
                  <a:txBody>
                    <a:bodyPr/>
                    <a:lstStyle/>
                    <a:p>
                      <a:pPr marL="0" indent="0">
                        <a:buNone/>
                      </a:pPr>
                      <a:r>
                        <a:rPr lang="en-US" sz="1200" dirty="0">
                          <a:solidFill>
                            <a:srgbClr val="000000"/>
                          </a:solidFill>
                          <a:latin typeface="Open Sans" pitchFamily="34" charset="0"/>
                          <a:ea typeface="Open Sans" pitchFamily="34" charset="-122"/>
                          <a:cs typeface="Open Sans" pitchFamily="34" charset="-120"/>
                        </a:rPr>
                        <a:t>Code Reviews</a:t>
                      </a:r>
                      <a:endParaRPr lang="en-US" sz="1200" dirty="0">
                        <a:latin typeface="Open Sans" charset="0"/>
                        <a:ea typeface="Open Sans" charset="0"/>
                        <a:cs typeface="Open Sans" charset="0"/>
                      </a:endParaRPr>
                    </a:p>
                  </a:txBody>
                  <a:tcPr marL="73152" marR="73152" marT="73152" marB="73152" anchor="ctr">
                    <a:lnL w="12700" cap="flat" cmpd="sng" algn="ctr">
                      <a:solidFill>
                        <a:srgbClr val="2F2E2C"/>
                      </a:solidFill>
                      <a:prstDash val="solid"/>
                      <a:round/>
                      <a:headEnd type="none" w="med" len="med"/>
                      <a:tailEnd type="none" w="med" len="med"/>
                    </a:lnL>
                    <a:lnR w="12700" cap="flat" cmpd="sng" algn="ctr">
                      <a:solidFill>
                        <a:srgbClr val="2F2E2C"/>
                      </a:solidFill>
                      <a:prstDash val="solid"/>
                      <a:round/>
                      <a:headEnd type="none" w="med" len="med"/>
                      <a:tailEnd type="none" w="med" len="med"/>
                    </a:lnR>
                    <a:lnT w="12700" cap="flat" cmpd="sng" algn="ctr">
                      <a:solidFill>
                        <a:srgbClr val="2F2E2C"/>
                      </a:solidFill>
                      <a:prstDash val="solid"/>
                      <a:round/>
                      <a:headEnd type="none" w="med" len="med"/>
                      <a:tailEnd type="none" w="med" len="med"/>
                    </a:lnT>
                    <a:lnB w="12700" cap="flat" cmpd="sng" algn="ctr">
                      <a:solidFill>
                        <a:srgbClr val="2F2E2C"/>
                      </a:solidFill>
                      <a:prstDash val="solid"/>
                      <a:round/>
                      <a:headEnd type="none" w="med" len="med"/>
                      <a:tailEnd type="none" w="med" len="med"/>
                    </a:lnB>
                    <a:solidFill>
                      <a:srgbClr val="EAE9E8"/>
                    </a:solidFill>
                  </a:tcPr>
                </a:tc>
                <a:tc>
                  <a:txBody>
                    <a:bodyPr/>
                    <a:lstStyle/>
                    <a:p>
                      <a:pPr marL="0" indent="0">
                        <a:buNone/>
                      </a:pPr>
                      <a:r>
                        <a:rPr lang="en-US" sz="1200" dirty="0">
                          <a:solidFill>
                            <a:srgbClr val="000000"/>
                          </a:solidFill>
                          <a:latin typeface="Open Sans" pitchFamily="34" charset="0"/>
                          <a:ea typeface="Open Sans" pitchFamily="34" charset="-122"/>
                          <a:cs typeface="Open Sans" pitchFamily="34" charset="-120"/>
                        </a:rPr>
                        <a:t>Encourage regular code reviews to catch bugs early, share knowledge, and maintain code quality standards.</a:t>
                      </a:r>
                      <a:endParaRPr lang="en-US" sz="1200" dirty="0">
                        <a:latin typeface="Open Sans" charset="0"/>
                        <a:ea typeface="Open Sans" charset="0"/>
                        <a:cs typeface="Open Sans" charset="0"/>
                      </a:endParaRPr>
                    </a:p>
                  </a:txBody>
                  <a:tcPr marL="73152" marR="73152" marT="73152" marB="73152" anchor="ctr">
                    <a:lnL w="12700" cap="flat" cmpd="sng" algn="ctr">
                      <a:solidFill>
                        <a:srgbClr val="2F2E2C"/>
                      </a:solidFill>
                      <a:prstDash val="solid"/>
                      <a:round/>
                      <a:headEnd type="none" w="med" len="med"/>
                      <a:tailEnd type="none" w="med" len="med"/>
                    </a:lnL>
                    <a:lnR w="12700" cap="flat" cmpd="sng" algn="ctr">
                      <a:solidFill>
                        <a:srgbClr val="2F2E2C"/>
                      </a:solidFill>
                      <a:prstDash val="solid"/>
                      <a:round/>
                      <a:headEnd type="none" w="med" len="med"/>
                      <a:tailEnd type="none" w="med" len="med"/>
                    </a:lnR>
                    <a:lnT w="12700" cap="flat" cmpd="sng" algn="ctr">
                      <a:solidFill>
                        <a:srgbClr val="2F2E2C"/>
                      </a:solidFill>
                      <a:prstDash val="solid"/>
                      <a:round/>
                      <a:headEnd type="none" w="med" len="med"/>
                      <a:tailEnd type="none" w="med" len="med"/>
                    </a:lnT>
                    <a:lnB w="12700" cap="flat" cmpd="sng" algn="ctr">
                      <a:solidFill>
                        <a:srgbClr val="2F2E2C"/>
                      </a:solidFill>
                      <a:prstDash val="solid"/>
                      <a:round/>
                      <a:headEnd type="none" w="med" len="med"/>
                      <a:tailEnd type="none" w="med" len="med"/>
                    </a:lnB>
                    <a:solidFill>
                      <a:srgbClr val="EAE9E8"/>
                    </a:solidFill>
                  </a:tcPr>
                </a:tc>
                <a:extLst>
                  <a:ext uri="{0D108BD9-81ED-4DB2-BD59-A6C34878D82A}">
                    <a16:rowId xmlns:a16="http://schemas.microsoft.com/office/drawing/2014/main" val="10004"/>
                  </a:ext>
                </a:extLst>
              </a:tr>
              <a:tr h="524256">
                <a:tc>
                  <a:txBody>
                    <a:bodyPr/>
                    <a:lstStyle/>
                    <a:p>
                      <a:pPr marL="0" indent="0">
                        <a:buNone/>
                      </a:pPr>
                      <a:r>
                        <a:rPr lang="en-US" sz="1200" dirty="0">
                          <a:solidFill>
                            <a:srgbClr val="000000"/>
                          </a:solidFill>
                          <a:latin typeface="Open Sans" pitchFamily="34" charset="0"/>
                          <a:ea typeface="Open Sans" pitchFamily="34" charset="-122"/>
                          <a:cs typeface="Open Sans" pitchFamily="34" charset="-120"/>
                        </a:rPr>
                        <a:t>Issue Tracking</a:t>
                      </a:r>
                      <a:endParaRPr lang="en-US" sz="1200" dirty="0">
                        <a:latin typeface="Open Sans" charset="0"/>
                        <a:ea typeface="Open Sans" charset="0"/>
                        <a:cs typeface="Open Sans" charset="0"/>
                      </a:endParaRPr>
                    </a:p>
                  </a:txBody>
                  <a:tcPr marL="73152" marR="73152" marT="73152" marB="73152" anchor="ctr">
                    <a:lnL w="12700" cap="flat" cmpd="sng" algn="ctr">
                      <a:solidFill>
                        <a:srgbClr val="2F2E2C"/>
                      </a:solidFill>
                      <a:prstDash val="solid"/>
                      <a:round/>
                      <a:headEnd type="none" w="med" len="med"/>
                      <a:tailEnd type="none" w="med" len="med"/>
                    </a:lnL>
                    <a:lnR w="12700" cap="flat" cmpd="sng" algn="ctr">
                      <a:solidFill>
                        <a:srgbClr val="2F2E2C"/>
                      </a:solidFill>
                      <a:prstDash val="solid"/>
                      <a:round/>
                      <a:headEnd type="none" w="med" len="med"/>
                      <a:tailEnd type="none" w="med" len="med"/>
                    </a:lnR>
                    <a:lnT w="12700" cap="flat" cmpd="sng" algn="ctr">
                      <a:solidFill>
                        <a:srgbClr val="2F2E2C"/>
                      </a:solidFill>
                      <a:prstDash val="solid"/>
                      <a:round/>
                      <a:headEnd type="none" w="med" len="med"/>
                      <a:tailEnd type="none" w="med" len="med"/>
                    </a:lnT>
                    <a:lnB w="12700" cap="flat" cmpd="sng" algn="ctr">
                      <a:solidFill>
                        <a:srgbClr val="2F2E2C"/>
                      </a:solidFill>
                      <a:prstDash val="solid"/>
                      <a:round/>
                      <a:headEnd type="none" w="med" len="med"/>
                      <a:tailEnd type="none" w="med" len="med"/>
                    </a:lnB>
                    <a:solidFill>
                      <a:srgbClr val="EAE9E8"/>
                    </a:solidFill>
                  </a:tcPr>
                </a:tc>
                <a:tc>
                  <a:txBody>
                    <a:bodyPr/>
                    <a:lstStyle/>
                    <a:p>
                      <a:pPr marL="0" indent="0">
                        <a:buNone/>
                      </a:pPr>
                      <a:r>
                        <a:rPr lang="en-US" sz="1200" dirty="0">
                          <a:solidFill>
                            <a:srgbClr val="000000"/>
                          </a:solidFill>
                          <a:latin typeface="Open Sans" pitchFamily="34" charset="0"/>
                          <a:ea typeface="Open Sans" pitchFamily="34" charset="-122"/>
                          <a:cs typeface="Open Sans" pitchFamily="34" charset="-120"/>
                        </a:rPr>
                        <a:t>Effectively use GitHub issues to track tasks, bugs, and enhancements, facilitating project management and collaboration.</a:t>
                      </a:r>
                      <a:endParaRPr lang="en-US" sz="1200" dirty="0">
                        <a:latin typeface="Open Sans" charset="0"/>
                        <a:ea typeface="Open Sans" charset="0"/>
                        <a:cs typeface="Open Sans" charset="0"/>
                      </a:endParaRPr>
                    </a:p>
                  </a:txBody>
                  <a:tcPr marL="73152" marR="73152" marT="73152" marB="73152" anchor="ctr">
                    <a:lnL w="12700" cap="flat" cmpd="sng" algn="ctr">
                      <a:solidFill>
                        <a:srgbClr val="2F2E2C"/>
                      </a:solidFill>
                      <a:prstDash val="solid"/>
                      <a:round/>
                      <a:headEnd type="none" w="med" len="med"/>
                      <a:tailEnd type="none" w="med" len="med"/>
                    </a:lnL>
                    <a:lnR w="12700" cap="flat" cmpd="sng" algn="ctr">
                      <a:solidFill>
                        <a:srgbClr val="2F2E2C"/>
                      </a:solidFill>
                      <a:prstDash val="solid"/>
                      <a:round/>
                      <a:headEnd type="none" w="med" len="med"/>
                      <a:tailEnd type="none" w="med" len="med"/>
                    </a:lnR>
                    <a:lnT w="12700" cap="flat" cmpd="sng" algn="ctr">
                      <a:solidFill>
                        <a:srgbClr val="2F2E2C"/>
                      </a:solidFill>
                      <a:prstDash val="solid"/>
                      <a:round/>
                      <a:headEnd type="none" w="med" len="med"/>
                      <a:tailEnd type="none" w="med" len="med"/>
                    </a:lnT>
                    <a:lnB w="12700" cap="flat" cmpd="sng" algn="ctr">
                      <a:solidFill>
                        <a:srgbClr val="2F2E2C"/>
                      </a:solidFill>
                      <a:prstDash val="solid"/>
                      <a:round/>
                      <a:headEnd type="none" w="med" len="med"/>
                      <a:tailEnd type="none" w="med" len="med"/>
                    </a:lnB>
                    <a:solidFill>
                      <a:srgbClr val="EAE9E8"/>
                    </a:solidFill>
                  </a:tcPr>
                </a:tc>
                <a:extLst>
                  <a:ext uri="{0D108BD9-81ED-4DB2-BD59-A6C34878D82A}">
                    <a16:rowId xmlns:a16="http://schemas.microsoft.com/office/drawing/2014/main" val="10005"/>
                  </a:ext>
                </a:extLst>
              </a:tr>
            </a:tbl>
          </a:graphicData>
        </a:graphic>
      </p:graphicFrame>
      <p:sp>
        <p:nvSpPr>
          <p:cNvPr id="3" name="Text 0"/>
          <p:cNvSpPr/>
          <p:nvPr/>
        </p:nvSpPr>
        <p:spPr>
          <a:xfrm>
            <a:off x="939800" y="304800"/>
            <a:ext cx="10299700" cy="850900"/>
          </a:xfrm>
          <a:prstGeom prst="rect">
            <a:avLst/>
          </a:prstGeom>
          <a:noFill/>
          <a:ln/>
        </p:spPr>
        <p:txBody>
          <a:bodyPr wrap="square" rtlCol="0" anchor="t" anchorCtr="0"/>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4400">
                <a:latin typeface="Montserrat ExtraBold"/>
                <a:cs typeface="Montserrat ExtraBold"/>
              </a:rPr>
              <a:t>Workflow Best Practices</a:t>
            </a:r>
            <a:endParaRPr lang="en-US" sz="4400" dirty="0">
              <a:latin typeface="Montserrat ExtraBold"/>
              <a:cs typeface="Montserrat ExtraBold"/>
            </a:endParaRPr>
          </a:p>
        </p:txBody>
      </p:sp>
      <p:sp>
        <p:nvSpPr>
          <p:cNvPr id="4" name="Shape 1"/>
          <p:cNvSpPr/>
          <p:nvPr/>
        </p:nvSpPr>
        <p:spPr>
          <a:xfrm>
            <a:off x="1219200" y="1219200"/>
            <a:ext cx="1219200" cy="1219200"/>
          </a:xfrm>
          <a:prstGeom prst="line">
            <a:avLst/>
          </a:prstGeom>
          <a:noFill/>
          <a:ln/>
        </p:spPr>
        <p:txBody>
          <a:bodyPr/>
          <a:lstStyle/>
          <a:p>
            <a:endParaRPr lang="en-US"/>
          </a:p>
        </p:txBody>
      </p:sp>
      <p:sp>
        <p:nvSpPr>
          <p:cNvPr id="25" name="Slide Number Placeholder 0"/>
          <p:cNvSpPr>
            <a:spLocks noGrp="1"/>
          </p:cNvSpPr>
          <p:nvPr>
            <p:ph type="sldNum" sz="quarter" idx="4294967295"/>
          </p:nvPr>
        </p:nvSpPr>
        <p:spPr>
          <a:xfrm>
            <a:off x="0" y="6172200"/>
            <a:ext cx="622300" cy="355600"/>
          </a:xfrm>
          <a:prstGeom prst="rect">
            <a:avLst/>
          </a:prstGeom>
          <a:extLst>
            <a:ext uri="{C572A759-6A51-4108-AA02-DFA0A04FC94B}">
              <ma14:wrappingTextBoxFlag xmlns:ma14="http://schemas.microsoft.com/office/mac/drawingml/2011/main" xmlns="" val="0"/>
            </a:ext>
          </a:extLst>
        </p:spPr>
        <p:txBody>
          <a:bodyPr anchor="ctr" anchorCtr="0"/>
          <a:lstStyle>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ctr"/>
            <a:fld id="{F7021451-1387-4CA6-816F-3879F97B5CBC}" type="slidenum">
              <a:rPr lang="en-US" sz="1210" b="0">
                <a:latin typeface="Montserrat"/>
                <a:cs typeface="Montserrat"/>
              </a:rPr>
              <a:pPr algn="ctr"/>
              <a:t>49</a:t>
            </a:fld>
            <a:endParaRPr lang="en-US" sz="1210">
              <a:latin typeface="Montserrat"/>
              <a:cs typeface="Montserra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6A5B7-215B-0C42-4537-6DD52FEBCC24}"/>
              </a:ext>
            </a:extLst>
          </p:cNvPr>
          <p:cNvSpPr>
            <a:spLocks noGrp="1"/>
          </p:cNvSpPr>
          <p:nvPr>
            <p:ph type="title"/>
          </p:nvPr>
        </p:nvSpPr>
        <p:spPr/>
        <p:txBody>
          <a:bodyPr>
            <a:normAutofit/>
          </a:bodyPr>
          <a:lstStyle/>
          <a:p>
            <a:r>
              <a:rPr lang="en-US" dirty="0"/>
              <a:t>Cheat sheet Git code</a:t>
            </a:r>
          </a:p>
        </p:txBody>
      </p:sp>
      <p:sp>
        <p:nvSpPr>
          <p:cNvPr id="3" name="Footer Placeholder 2">
            <a:extLst>
              <a:ext uri="{FF2B5EF4-FFF2-40B4-BE49-F238E27FC236}">
                <a16:creationId xmlns:a16="http://schemas.microsoft.com/office/drawing/2014/main" id="{BD327832-E22F-8991-9A06-5F14CAE503CA}"/>
              </a:ext>
            </a:extLst>
          </p:cNvPr>
          <p:cNvSpPr>
            <a:spLocks noGrp="1"/>
          </p:cNvSpPr>
          <p:nvPr>
            <p:ph type="ftr" sz="quarter" idx="10"/>
          </p:nvPr>
        </p:nvSpPr>
        <p:spPr/>
        <p:txBody>
          <a:bodyPr/>
          <a:lstStyle/>
          <a:p>
            <a:r>
              <a:rPr lang="en-ID" dirty="0"/>
              <a:t>GitHub Workflow Basics</a:t>
            </a:r>
          </a:p>
        </p:txBody>
      </p:sp>
      <p:sp>
        <p:nvSpPr>
          <p:cNvPr id="4" name="Slide Number Placeholder 3">
            <a:extLst>
              <a:ext uri="{FF2B5EF4-FFF2-40B4-BE49-F238E27FC236}">
                <a16:creationId xmlns:a16="http://schemas.microsoft.com/office/drawing/2014/main" id="{D3BB2CC5-C377-25E1-CBF5-44BADF323FE3}"/>
              </a:ext>
            </a:extLst>
          </p:cNvPr>
          <p:cNvSpPr>
            <a:spLocks noGrp="1"/>
          </p:cNvSpPr>
          <p:nvPr>
            <p:ph type="sldNum" sz="quarter" idx="11"/>
          </p:nvPr>
        </p:nvSpPr>
        <p:spPr/>
        <p:txBody>
          <a:bodyPr/>
          <a:lstStyle/>
          <a:p>
            <a:fld id="{F5342A4C-1D06-4798-B51F-D5804CA03D28}" type="slidenum">
              <a:rPr lang="en-ID" smtClean="0"/>
              <a:pPr/>
              <a:t>50</a:t>
            </a:fld>
            <a:endParaRPr lang="en-ID" dirty="0"/>
          </a:p>
        </p:txBody>
      </p:sp>
      <p:sp>
        <p:nvSpPr>
          <p:cNvPr id="6" name="Text Placeholder 5">
            <a:extLst>
              <a:ext uri="{FF2B5EF4-FFF2-40B4-BE49-F238E27FC236}">
                <a16:creationId xmlns:a16="http://schemas.microsoft.com/office/drawing/2014/main" id="{E45E6435-A730-A238-B9CB-62F713BEE899}"/>
              </a:ext>
            </a:extLst>
          </p:cNvPr>
          <p:cNvSpPr>
            <a:spLocks noGrp="1"/>
          </p:cNvSpPr>
          <p:nvPr>
            <p:ph type="body" sz="quarter" idx="15"/>
          </p:nvPr>
        </p:nvSpPr>
        <p:spPr>
          <a:xfrm>
            <a:off x="992866" y="1362563"/>
            <a:ext cx="4732566" cy="5299494"/>
          </a:xfrm>
        </p:spPr>
        <p:txBody>
          <a:bodyPr>
            <a:normAutofit fontScale="92500" lnSpcReduction="10000"/>
          </a:bodyPr>
          <a:lstStyle/>
          <a:p>
            <a:r>
              <a:rPr lang="en-US" sz="1600" b="1" dirty="0"/>
              <a:t>SETUP &amp; INIT </a:t>
            </a:r>
            <a:r>
              <a:rPr lang="en-US" sz="1600" dirty="0"/>
              <a:t>Configuring user information, initializing and cloning repositories </a:t>
            </a:r>
          </a:p>
          <a:p>
            <a:r>
              <a:rPr lang="en-US" sz="1600" b="1" dirty="0"/>
              <a:t>git </a:t>
            </a:r>
            <a:r>
              <a:rPr lang="en-US" sz="1600" b="1" dirty="0" err="1"/>
              <a:t>init</a:t>
            </a:r>
            <a:r>
              <a:rPr lang="en-US" sz="1600" b="1" dirty="0"/>
              <a:t> </a:t>
            </a:r>
            <a:r>
              <a:rPr lang="en-US" sz="1600" dirty="0"/>
              <a:t>initialize an existing directory as a Git repository </a:t>
            </a:r>
          </a:p>
          <a:p>
            <a:r>
              <a:rPr lang="en-US" sz="1600" b="1" dirty="0"/>
              <a:t>git clone [</a:t>
            </a:r>
            <a:r>
              <a:rPr lang="en-US" sz="1600" b="1" dirty="0" err="1"/>
              <a:t>url</a:t>
            </a:r>
            <a:r>
              <a:rPr lang="en-US" sz="1600" b="1" dirty="0"/>
              <a:t>] </a:t>
            </a:r>
            <a:r>
              <a:rPr lang="en-US" sz="1600" dirty="0"/>
              <a:t>retrieve an entire repository from a hosted location via URL</a:t>
            </a:r>
          </a:p>
          <a:p>
            <a:r>
              <a:rPr lang="en-US" sz="1600" b="1" dirty="0"/>
              <a:t>SHARE &amp; UPDATE </a:t>
            </a:r>
            <a:r>
              <a:rPr lang="en-US" sz="1600" dirty="0"/>
              <a:t>Retrieving updates from another repository and updating local repos </a:t>
            </a:r>
          </a:p>
          <a:p>
            <a:r>
              <a:rPr lang="en-US" sz="1600" b="1" dirty="0"/>
              <a:t>git remote add [alias] [</a:t>
            </a:r>
            <a:r>
              <a:rPr lang="en-US" sz="1600" b="1" dirty="0" err="1"/>
              <a:t>url</a:t>
            </a:r>
            <a:r>
              <a:rPr lang="en-US" sz="1600" b="1" dirty="0"/>
              <a:t>] </a:t>
            </a:r>
            <a:r>
              <a:rPr lang="en-US" sz="1600" dirty="0"/>
              <a:t>add a git URL as an alias </a:t>
            </a:r>
          </a:p>
          <a:p>
            <a:r>
              <a:rPr lang="en-US" sz="1600" b="1" dirty="0"/>
              <a:t>git fetch [alias] </a:t>
            </a:r>
            <a:r>
              <a:rPr lang="en-US" sz="1600" dirty="0"/>
              <a:t>fetch down all the branches from that Git remote </a:t>
            </a:r>
          </a:p>
          <a:p>
            <a:r>
              <a:rPr lang="en-US" sz="1600" b="1" dirty="0"/>
              <a:t>git merge [alias]/[branch] </a:t>
            </a:r>
            <a:r>
              <a:rPr lang="en-US" sz="1600" dirty="0"/>
              <a:t>merge a remote branch into your current branch to bring it up to date </a:t>
            </a:r>
          </a:p>
          <a:p>
            <a:r>
              <a:rPr lang="en-US" sz="1600" b="1" dirty="0"/>
              <a:t>git push [alias] [branch] </a:t>
            </a:r>
            <a:r>
              <a:rPr lang="en-US" sz="1600" dirty="0"/>
              <a:t>Transmit local branch commits to the remote repository branch </a:t>
            </a:r>
          </a:p>
          <a:p>
            <a:r>
              <a:rPr lang="en-US" sz="1600" b="1" dirty="0"/>
              <a:t>git pull </a:t>
            </a:r>
            <a:r>
              <a:rPr lang="en-US" sz="1600" dirty="0"/>
              <a:t>fetch and merge any commits from the tracking remote branch</a:t>
            </a:r>
          </a:p>
        </p:txBody>
      </p:sp>
      <p:sp>
        <p:nvSpPr>
          <p:cNvPr id="9" name="TextBox 8">
            <a:extLst>
              <a:ext uri="{FF2B5EF4-FFF2-40B4-BE49-F238E27FC236}">
                <a16:creationId xmlns:a16="http://schemas.microsoft.com/office/drawing/2014/main" id="{4D13A477-E694-9522-96F3-352A0F18524F}"/>
              </a:ext>
            </a:extLst>
          </p:cNvPr>
          <p:cNvSpPr txBox="1"/>
          <p:nvPr/>
        </p:nvSpPr>
        <p:spPr>
          <a:xfrm>
            <a:off x="5985159" y="1377967"/>
            <a:ext cx="6096000" cy="5539978"/>
          </a:xfrm>
          <a:prstGeom prst="rect">
            <a:avLst/>
          </a:prstGeom>
          <a:noFill/>
        </p:spPr>
        <p:txBody>
          <a:bodyPr wrap="square">
            <a:spAutoFit/>
          </a:bodyPr>
          <a:lstStyle/>
          <a:p>
            <a:r>
              <a:rPr lang="en-US" sz="1600" b="1" dirty="0"/>
              <a:t>STAGE &amp; SNAPSHOT </a:t>
            </a:r>
            <a:r>
              <a:rPr lang="en-US" sz="1600" dirty="0"/>
              <a:t>Working with snapshots and the Git staging area </a:t>
            </a:r>
          </a:p>
          <a:p>
            <a:r>
              <a:rPr lang="en-US" sz="1600" b="1" dirty="0"/>
              <a:t>git status </a:t>
            </a:r>
            <a:r>
              <a:rPr lang="en-US" sz="1600" dirty="0"/>
              <a:t>show modified files in working directory, staged for your next commit </a:t>
            </a:r>
          </a:p>
          <a:p>
            <a:r>
              <a:rPr lang="en-US" sz="1600" b="1" dirty="0"/>
              <a:t>git add [file] </a:t>
            </a:r>
            <a:r>
              <a:rPr lang="en-US" sz="1600" dirty="0"/>
              <a:t>add a file as it looks now to your next commit (stage) </a:t>
            </a:r>
          </a:p>
          <a:p>
            <a:r>
              <a:rPr lang="en-US" sz="1600" b="1" dirty="0"/>
              <a:t>git reset [file] </a:t>
            </a:r>
            <a:r>
              <a:rPr lang="en-US" sz="1600" dirty="0"/>
              <a:t>un-stage a file while retaining the changes in working directory </a:t>
            </a:r>
          </a:p>
          <a:p>
            <a:r>
              <a:rPr lang="en-US" sz="1600" b="1" dirty="0"/>
              <a:t>git diff </a:t>
            </a:r>
            <a:r>
              <a:rPr lang="en-US" sz="1600" dirty="0"/>
              <a:t>diff of what is changed but not staged </a:t>
            </a:r>
          </a:p>
          <a:p>
            <a:r>
              <a:rPr lang="en-US" sz="1600" b="1" dirty="0"/>
              <a:t>git diff --staged </a:t>
            </a:r>
            <a:r>
              <a:rPr lang="en-US" sz="1600" dirty="0"/>
              <a:t>diff of what is staged but not yet committed </a:t>
            </a:r>
          </a:p>
          <a:p>
            <a:r>
              <a:rPr lang="en-US" sz="1600" b="1" dirty="0"/>
              <a:t>git commit -m “[descriptive message]” </a:t>
            </a:r>
            <a:r>
              <a:rPr lang="en-US" sz="1600" dirty="0"/>
              <a:t>commit your staged content as a new commit snapshot</a:t>
            </a:r>
          </a:p>
          <a:p>
            <a:r>
              <a:rPr lang="en-US" sz="1600" b="1" dirty="0"/>
              <a:t>USER</a:t>
            </a:r>
          </a:p>
          <a:p>
            <a:r>
              <a:rPr lang="en-US" sz="1600" dirty="0"/>
              <a:t>git config </a:t>
            </a:r>
            <a:r>
              <a:rPr lang="en-US" sz="1600" dirty="0" err="1"/>
              <a:t>user.name</a:t>
            </a:r>
            <a:endParaRPr lang="en-US" sz="1600" dirty="0"/>
          </a:p>
          <a:p>
            <a:r>
              <a:rPr lang="en-US" sz="1600" b="1" dirty="0"/>
              <a:t>BRANCH</a:t>
            </a:r>
          </a:p>
          <a:p>
            <a:r>
              <a:rPr lang="en-US" sz="1600" b="1" dirty="0"/>
              <a:t>git branch </a:t>
            </a:r>
            <a:r>
              <a:rPr lang="en-US" sz="1600" dirty="0"/>
              <a:t>list all branches</a:t>
            </a:r>
            <a:endParaRPr lang="en-US" sz="1600" b="1" dirty="0"/>
          </a:p>
          <a:p>
            <a:r>
              <a:rPr lang="en-US" sz="1600" b="1" dirty="0"/>
              <a:t>git branch my-feature </a:t>
            </a:r>
            <a:r>
              <a:rPr lang="en-US" sz="1600" dirty="0"/>
              <a:t>create new branch</a:t>
            </a:r>
            <a:endParaRPr lang="en-US" sz="1600" b="1" dirty="0"/>
          </a:p>
          <a:p>
            <a:r>
              <a:rPr lang="en-US" sz="1600" b="1" dirty="0"/>
              <a:t>git checkout branch </a:t>
            </a:r>
            <a:r>
              <a:rPr lang="en-US" sz="1600" dirty="0"/>
              <a:t>change branch</a:t>
            </a:r>
            <a:r>
              <a:rPr lang="en-US" sz="1600" b="1" dirty="0"/>
              <a:t> </a:t>
            </a:r>
          </a:p>
          <a:p>
            <a:r>
              <a:rPr lang="en-US" sz="1600" b="1" dirty="0"/>
              <a:t>git merge my-feature </a:t>
            </a:r>
            <a:r>
              <a:rPr lang="en-US" sz="1600" dirty="0"/>
              <a:t>(step on main and merge feature branch)</a:t>
            </a:r>
          </a:p>
          <a:p>
            <a:r>
              <a:rPr lang="en-US" sz="1600" b="1" dirty="0"/>
              <a:t>git branch -d my-feature </a:t>
            </a:r>
            <a:r>
              <a:rPr lang="en-US" sz="1600" dirty="0"/>
              <a:t>Delete branch</a:t>
            </a:r>
            <a:endParaRPr lang="en-US" sz="1600" b="1" dirty="0"/>
          </a:p>
          <a:p>
            <a:endParaRPr lang="en-US" dirty="0"/>
          </a:p>
        </p:txBody>
      </p:sp>
    </p:spTree>
    <p:extLst>
      <p:ext uri="{BB962C8B-B14F-4D97-AF65-F5344CB8AC3E}">
        <p14:creationId xmlns:p14="http://schemas.microsoft.com/office/powerpoint/2010/main" val="38506323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31F239-9879-CE23-BDFB-15FEEE07B879}"/>
              </a:ext>
            </a:extLst>
          </p:cNvPr>
          <p:cNvSpPr>
            <a:spLocks noGrp="1"/>
          </p:cNvSpPr>
          <p:nvPr>
            <p:ph type="sldNum" sz="quarter" idx="10"/>
          </p:nvPr>
        </p:nvSpPr>
        <p:spPr/>
        <p:txBody>
          <a:bodyPr/>
          <a:lstStyle/>
          <a:p>
            <a:fld id="{F5342A4C-1D06-4798-B51F-D5804CA03D28}" type="slidenum">
              <a:rPr lang="en-ID" smtClean="0"/>
              <a:pPr/>
              <a:t>51</a:t>
            </a:fld>
            <a:endParaRPr lang="en-ID" dirty="0"/>
          </a:p>
        </p:txBody>
      </p:sp>
      <p:sp>
        <p:nvSpPr>
          <p:cNvPr id="3" name="Footer Placeholder 2">
            <a:extLst>
              <a:ext uri="{FF2B5EF4-FFF2-40B4-BE49-F238E27FC236}">
                <a16:creationId xmlns:a16="http://schemas.microsoft.com/office/drawing/2014/main" id="{6518D3DE-8B6F-727C-47D3-D56CD21CC3E3}"/>
              </a:ext>
            </a:extLst>
          </p:cNvPr>
          <p:cNvSpPr>
            <a:spLocks noGrp="1"/>
          </p:cNvSpPr>
          <p:nvPr>
            <p:ph type="ftr" sz="quarter" idx="11"/>
          </p:nvPr>
        </p:nvSpPr>
        <p:spPr/>
        <p:txBody>
          <a:bodyPr/>
          <a:lstStyle/>
          <a:p>
            <a:r>
              <a:rPr lang="en-ID" dirty="0"/>
              <a:t>GitHub Workflow Basics</a:t>
            </a:r>
          </a:p>
        </p:txBody>
      </p:sp>
      <p:sp>
        <p:nvSpPr>
          <p:cNvPr id="4" name="Title 3">
            <a:extLst>
              <a:ext uri="{FF2B5EF4-FFF2-40B4-BE49-F238E27FC236}">
                <a16:creationId xmlns:a16="http://schemas.microsoft.com/office/drawing/2014/main" id="{37F9A8C9-83BE-5609-0B0F-FAAF049AA163}"/>
              </a:ext>
            </a:extLst>
          </p:cNvPr>
          <p:cNvSpPr>
            <a:spLocks noGrp="1"/>
          </p:cNvSpPr>
          <p:nvPr>
            <p:ph type="title"/>
          </p:nvPr>
        </p:nvSpPr>
        <p:spPr/>
        <p:txBody>
          <a:bodyPr/>
          <a:lstStyle/>
          <a:p>
            <a:r>
              <a:rPr lang="en-US" dirty="0"/>
              <a:t>Additional Info</a:t>
            </a:r>
          </a:p>
        </p:txBody>
      </p:sp>
      <p:pic>
        <p:nvPicPr>
          <p:cNvPr id="11" name="Picture 10">
            <a:extLst>
              <a:ext uri="{FF2B5EF4-FFF2-40B4-BE49-F238E27FC236}">
                <a16:creationId xmlns:a16="http://schemas.microsoft.com/office/drawing/2014/main" id="{484B455A-946F-3B89-92A7-0E4CEA4AE2B6}"/>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884625" y="0"/>
            <a:ext cx="1388153" cy="1388153"/>
          </a:xfrm>
          <a:prstGeom prst="rect">
            <a:avLst/>
          </a:prstGeom>
        </p:spPr>
      </p:pic>
      <p:sp>
        <p:nvSpPr>
          <p:cNvPr id="19" name="TextBox 18">
            <a:extLst>
              <a:ext uri="{FF2B5EF4-FFF2-40B4-BE49-F238E27FC236}">
                <a16:creationId xmlns:a16="http://schemas.microsoft.com/office/drawing/2014/main" id="{1355A278-8852-F54C-F319-0B34FF098DA3}"/>
              </a:ext>
            </a:extLst>
          </p:cNvPr>
          <p:cNvSpPr txBox="1"/>
          <p:nvPr/>
        </p:nvSpPr>
        <p:spPr>
          <a:xfrm>
            <a:off x="1060749" y="1719099"/>
            <a:ext cx="9132686" cy="1200329"/>
          </a:xfrm>
          <a:prstGeom prst="rect">
            <a:avLst/>
          </a:prstGeom>
          <a:noFill/>
        </p:spPr>
        <p:txBody>
          <a:bodyPr wrap="square">
            <a:spAutoFit/>
          </a:bodyPr>
          <a:lstStyle/>
          <a:p>
            <a:r>
              <a:rPr lang="en-US" dirty="0">
                <a:hlinkClick r:id="rId5"/>
              </a:rPr>
              <a:t>https://docs.github.com/en/pull-requests/collaborating-with-pull-requests/proposing-changes-to-your-work-with-pull-requests/creating-and-deleting-branches-within-your-repository</a:t>
            </a:r>
            <a:endParaRPr lang="en-US" dirty="0"/>
          </a:p>
          <a:p>
            <a:endParaRPr lang="en-US" dirty="0"/>
          </a:p>
        </p:txBody>
      </p:sp>
      <p:sp>
        <p:nvSpPr>
          <p:cNvPr id="7" name="TextBox 6">
            <a:extLst>
              <a:ext uri="{FF2B5EF4-FFF2-40B4-BE49-F238E27FC236}">
                <a16:creationId xmlns:a16="http://schemas.microsoft.com/office/drawing/2014/main" id="{32E93E76-0F65-2ADB-19B6-0507E1BA9203}"/>
              </a:ext>
            </a:extLst>
          </p:cNvPr>
          <p:cNvSpPr txBox="1"/>
          <p:nvPr/>
        </p:nvSpPr>
        <p:spPr>
          <a:xfrm>
            <a:off x="1060749" y="2919428"/>
            <a:ext cx="6270563" cy="646331"/>
          </a:xfrm>
          <a:prstGeom prst="rect">
            <a:avLst/>
          </a:prstGeom>
          <a:noFill/>
        </p:spPr>
        <p:txBody>
          <a:bodyPr wrap="none" rtlCol="0">
            <a:spAutoFit/>
          </a:bodyPr>
          <a:lstStyle/>
          <a:p>
            <a:r>
              <a:rPr lang="en-US" dirty="0">
                <a:hlinkClick r:id="rId6"/>
              </a:rPr>
              <a:t>https://www.geeksforgeeks.org/version-control-systems/</a:t>
            </a:r>
            <a:endParaRPr lang="en-US" dirty="0"/>
          </a:p>
          <a:p>
            <a:endParaRPr lang="en-US" dirty="0"/>
          </a:p>
        </p:txBody>
      </p:sp>
      <p:sp>
        <p:nvSpPr>
          <p:cNvPr id="5" name="TextBox 4">
            <a:extLst>
              <a:ext uri="{FF2B5EF4-FFF2-40B4-BE49-F238E27FC236}">
                <a16:creationId xmlns:a16="http://schemas.microsoft.com/office/drawing/2014/main" id="{BA687437-A683-E2D0-8522-A03816091777}"/>
              </a:ext>
            </a:extLst>
          </p:cNvPr>
          <p:cNvSpPr txBox="1"/>
          <p:nvPr/>
        </p:nvSpPr>
        <p:spPr>
          <a:xfrm>
            <a:off x="1060749" y="3526972"/>
            <a:ext cx="7815858" cy="646331"/>
          </a:xfrm>
          <a:prstGeom prst="rect">
            <a:avLst/>
          </a:prstGeom>
          <a:noFill/>
        </p:spPr>
        <p:txBody>
          <a:bodyPr wrap="none" rtlCol="0">
            <a:spAutoFit/>
          </a:bodyPr>
          <a:lstStyle/>
          <a:p>
            <a:r>
              <a:rPr lang="en-US" dirty="0">
                <a:hlinkClick r:id="rId7"/>
              </a:rPr>
              <a:t>https://www.geeksforgeeks.org/ultimate-guide-git-github/?ref=gcse_ind</a:t>
            </a:r>
            <a:endParaRPr lang="en-US" dirty="0"/>
          </a:p>
          <a:p>
            <a:endParaRPr lang="en-US" dirty="0"/>
          </a:p>
        </p:txBody>
      </p:sp>
      <p:sp>
        <p:nvSpPr>
          <p:cNvPr id="6" name="TextBox 5">
            <a:extLst>
              <a:ext uri="{FF2B5EF4-FFF2-40B4-BE49-F238E27FC236}">
                <a16:creationId xmlns:a16="http://schemas.microsoft.com/office/drawing/2014/main" id="{7D6E46E2-A911-4AEB-7658-7ACDF57F3FCA}"/>
              </a:ext>
            </a:extLst>
          </p:cNvPr>
          <p:cNvSpPr txBox="1"/>
          <p:nvPr/>
        </p:nvSpPr>
        <p:spPr>
          <a:xfrm>
            <a:off x="1060749" y="4173303"/>
            <a:ext cx="4944943" cy="646331"/>
          </a:xfrm>
          <a:prstGeom prst="rect">
            <a:avLst/>
          </a:prstGeom>
          <a:noFill/>
        </p:spPr>
        <p:txBody>
          <a:bodyPr wrap="none" rtlCol="0">
            <a:spAutoFit/>
          </a:bodyPr>
          <a:lstStyle/>
          <a:p>
            <a:r>
              <a:rPr lang="en-US" dirty="0">
                <a:hlinkClick r:id="rId8"/>
              </a:rPr>
              <a:t>https://www.gitkraken.com/learn/git/git-flow</a:t>
            </a:r>
            <a:endParaRPr lang="en-US" dirty="0"/>
          </a:p>
          <a:p>
            <a:endParaRPr lang="en-US" dirty="0"/>
          </a:p>
        </p:txBody>
      </p:sp>
      <p:sp>
        <p:nvSpPr>
          <p:cNvPr id="8" name="TextBox 7">
            <a:extLst>
              <a:ext uri="{FF2B5EF4-FFF2-40B4-BE49-F238E27FC236}">
                <a16:creationId xmlns:a16="http://schemas.microsoft.com/office/drawing/2014/main" id="{B4C58417-3D2F-C4AB-6DEF-13DCF4E1FC85}"/>
              </a:ext>
            </a:extLst>
          </p:cNvPr>
          <p:cNvSpPr txBox="1"/>
          <p:nvPr/>
        </p:nvSpPr>
        <p:spPr>
          <a:xfrm>
            <a:off x="1060749" y="4766088"/>
            <a:ext cx="8631850" cy="646331"/>
          </a:xfrm>
          <a:prstGeom prst="rect">
            <a:avLst/>
          </a:prstGeom>
          <a:noFill/>
        </p:spPr>
        <p:txBody>
          <a:bodyPr wrap="none" rtlCol="0">
            <a:spAutoFit/>
          </a:bodyPr>
          <a:lstStyle/>
          <a:p>
            <a:r>
              <a:rPr lang="en-US" dirty="0">
                <a:hlinkClick r:id="rId9"/>
              </a:rPr>
              <a:t>https://www.atlassian.com/git/tutorials/comparing-workflows/gitflow-workflow</a:t>
            </a:r>
            <a:endParaRPr lang="en-US" dirty="0"/>
          </a:p>
          <a:p>
            <a:endParaRPr lang="en-US" dirty="0"/>
          </a:p>
        </p:txBody>
      </p:sp>
    </p:spTree>
    <p:extLst>
      <p:ext uri="{BB962C8B-B14F-4D97-AF65-F5344CB8AC3E}">
        <p14:creationId xmlns:p14="http://schemas.microsoft.com/office/powerpoint/2010/main" val="43645069"/>
      </p:ext>
    </p:extLst>
  </p:cSld>
  <p:clrMapOvr>
    <a:masterClrMapping/>
  </p:clrMapOvr>
</p:sld>
</file>

<file path=ppt/theme/theme1.xml><?xml version="1.0" encoding="utf-8"?>
<a:theme xmlns:a="http://schemas.openxmlformats.org/drawingml/2006/main" name="Blanche">
  <a:themeElements>
    <a:clrScheme name="SevenBox's Tone White">
      <a:dk1>
        <a:srgbClr val="232220"/>
      </a:dk1>
      <a:lt1>
        <a:srgbClr val="FFFFFF"/>
      </a:lt1>
      <a:dk2>
        <a:srgbClr val="232220"/>
      </a:dk2>
      <a:lt2>
        <a:srgbClr val="FFFFFF"/>
      </a:lt2>
      <a:accent1>
        <a:srgbClr val="A06C55"/>
      </a:accent1>
      <a:accent2>
        <a:srgbClr val="B68268"/>
      </a:accent2>
      <a:accent3>
        <a:srgbClr val="DB9D84"/>
      </a:accent3>
      <a:accent4>
        <a:srgbClr val="F3AF98"/>
      </a:accent4>
      <a:accent5>
        <a:srgbClr val="EFBBB8"/>
      </a:accent5>
      <a:accent6>
        <a:srgbClr val="E59E9C"/>
      </a:accent6>
      <a:hlink>
        <a:srgbClr val="5B9BD5"/>
      </a:hlink>
      <a:folHlink>
        <a:srgbClr val="70AD47"/>
      </a:folHlink>
    </a:clrScheme>
    <a:fontScheme name="Montserrat ExtraBold - Open Sans">
      <a:majorFont>
        <a:latin typeface="Montserrat ExtraBold"/>
        <a:ea typeface=""/>
        <a:cs typeface=""/>
      </a:majorFont>
      <a:minorFont>
        <a:latin typeface="Open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5DB2373-9FD1-CA49-8A3F-34D1062609ED}">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42DEE2E1-F7C7-D544-B504-17E328A86046}">
  <we:reference id="wa200003052" version="5.0.0.0" store="en-US" storeType="OMEX"/>
  <we:alternateReferences>
    <we:reference id="wa200003052" version="5.0.0.0" store="WA200003052"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Crop</Template>
  <TotalTime>88175</TotalTime>
  <Words>2899</Words>
  <Application>Microsoft Macintosh PowerPoint</Application>
  <PresentationFormat>Widescreen</PresentationFormat>
  <Paragraphs>483</Paragraphs>
  <Slides>51</Slides>
  <Notes>44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51</vt:i4>
      </vt:variant>
    </vt:vector>
  </HeadingPairs>
  <TitlesOfParts>
    <vt:vector size="61" baseType="lpstr">
      <vt:lpstr>-apple-system</vt:lpstr>
      <vt:lpstr>Montserrat Bold</vt:lpstr>
      <vt:lpstr>Arial</vt:lpstr>
      <vt:lpstr>Calibri</vt:lpstr>
      <vt:lpstr>Montserrat</vt:lpstr>
      <vt:lpstr>Montserrat ExtraBold</vt:lpstr>
      <vt:lpstr>Nunito</vt:lpstr>
      <vt:lpstr>Open Sans</vt:lpstr>
      <vt:lpstr>Wingdings</vt:lpstr>
      <vt:lpstr>Blanche</vt:lpstr>
      <vt:lpstr>GitHub Workflow Basics</vt:lpstr>
      <vt:lpstr>Requirements</vt:lpstr>
      <vt:lpstr>PowerPoint Presentation</vt:lpstr>
      <vt:lpstr> 101</vt:lpstr>
      <vt:lpstr>PowerPoint Presentation</vt:lpstr>
      <vt:lpstr>What is GitHub?</vt:lpstr>
      <vt:lpstr>Key Components</vt:lpstr>
      <vt:lpstr>Roles: Maintainer/Contributor</vt:lpstr>
      <vt:lpstr>Prepare the project &lt;Maintainer&gt; </vt:lpstr>
      <vt:lpstr>Prepare the project</vt:lpstr>
      <vt:lpstr>Issues and collaborations &lt;Maintainer&gt; </vt:lpstr>
      <vt:lpstr>Issues and collaborations</vt:lpstr>
      <vt:lpstr>Join to the project &lt; Contributor &gt; </vt:lpstr>
      <vt:lpstr>Project tracker</vt:lpstr>
      <vt:lpstr>Prepare to work on a project</vt:lpstr>
      <vt:lpstr>Prepare to work on a project</vt:lpstr>
      <vt:lpstr>Prepare to work on a project</vt:lpstr>
      <vt:lpstr>Prepare to work on a project</vt:lpstr>
      <vt:lpstr>Prepare to work on a project</vt:lpstr>
      <vt:lpstr>Prepare to work on a project</vt:lpstr>
      <vt:lpstr>Activity! &lt;Contributor&gt; </vt:lpstr>
      <vt:lpstr>Activity!</vt:lpstr>
      <vt:lpstr>Activity!</vt:lpstr>
      <vt:lpstr>Activity!</vt:lpstr>
      <vt:lpstr>Activity!</vt:lpstr>
      <vt:lpstr>Activity!</vt:lpstr>
      <vt:lpstr>Activity!</vt:lpstr>
      <vt:lpstr>Branching Strategy</vt:lpstr>
      <vt:lpstr>Check your assignment and Create a branch</vt:lpstr>
      <vt:lpstr>Create a branch</vt:lpstr>
      <vt:lpstr>Project tracker</vt:lpstr>
      <vt:lpstr>Contribute a change</vt:lpstr>
      <vt:lpstr>Contribute a change</vt:lpstr>
      <vt:lpstr>Contribute a change</vt:lpstr>
      <vt:lpstr>Activity! Work on your assigned issue</vt:lpstr>
      <vt:lpstr>Activity! Push your changes to origin (Forked repo)</vt:lpstr>
      <vt:lpstr>Project tracker</vt:lpstr>
      <vt:lpstr>Pull Requests</vt:lpstr>
      <vt:lpstr>Collaboration and Code Review</vt:lpstr>
      <vt:lpstr>Activity! Create Pull Requests</vt:lpstr>
      <vt:lpstr>Activity! Pull Requests</vt:lpstr>
      <vt:lpstr>Pull Requests</vt:lpstr>
      <vt:lpstr>Integrate a change</vt:lpstr>
      <vt:lpstr>Maintainer reviews the PR</vt:lpstr>
      <vt:lpstr>Maintainer close the issue</vt:lpstr>
      <vt:lpstr>Project tracker</vt:lpstr>
      <vt:lpstr>Branching Strategy</vt:lpstr>
      <vt:lpstr>Let’s cleanup!</vt:lpstr>
      <vt:lpstr>PowerPoint Presentation</vt:lpstr>
      <vt:lpstr>Cheat sheet Git code</vt:lpstr>
      <vt:lpstr>Additional Info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Perez, Daniel</dc:creator>
  <cp:lastModifiedBy>Daniel Perez</cp:lastModifiedBy>
  <cp:revision>21</cp:revision>
  <dcterms:created xsi:type="dcterms:W3CDTF">2024-07-28T16:54:33Z</dcterms:created>
  <dcterms:modified xsi:type="dcterms:W3CDTF">2026-06-03T23:39:20Z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86a3520-2f75-449a-9647-37aa285e138c_Enabled">
    <vt:lpwstr>true</vt:lpwstr>
  </property>
  <property fmtid="{D5CDD505-2E9C-101B-9397-08002B2CF9AE}" pid="3" name="MSIP_Label_186a3520-2f75-449a-9647-37aa285e138c_SetDate">
    <vt:lpwstr>2025-06-13T07:46:51Z</vt:lpwstr>
  </property>
  <property fmtid="{D5CDD505-2E9C-101B-9397-08002B2CF9AE}" pid="4" name="MSIP_Label_186a3520-2f75-449a-9647-37aa285e138c_Method">
    <vt:lpwstr>Standard</vt:lpwstr>
  </property>
  <property fmtid="{D5CDD505-2E9C-101B-9397-08002B2CF9AE}" pid="5" name="MSIP_Label_186a3520-2f75-449a-9647-37aa285e138c_Name">
    <vt:lpwstr>defa4170-0d19-0005-0004-bc88714345d2</vt:lpwstr>
  </property>
  <property fmtid="{D5CDD505-2E9C-101B-9397-08002B2CF9AE}" pid="6" name="MSIP_Label_186a3520-2f75-449a-9647-37aa285e138c_SiteId">
    <vt:lpwstr>19afb2c8-5efd-4718-a107-530ed963d11e</vt:lpwstr>
  </property>
  <property fmtid="{D5CDD505-2E9C-101B-9397-08002B2CF9AE}" pid="7" name="MSIP_Label_186a3520-2f75-449a-9647-37aa285e138c_ActionId">
    <vt:lpwstr>10676072-e6d2-4dce-a032-c67efb8b97c6</vt:lpwstr>
  </property>
  <property fmtid="{D5CDD505-2E9C-101B-9397-08002B2CF9AE}" pid="8" name="MSIP_Label_186a3520-2f75-449a-9647-37aa285e138c_ContentBits">
    <vt:lpwstr>0</vt:lpwstr>
  </property>
  <property fmtid="{D5CDD505-2E9C-101B-9397-08002B2CF9AE}" pid="9" name="MSIP_Label_186a3520-2f75-449a-9647-37aa285e138c_Tag">
    <vt:lpwstr>50, 3, 0, 1</vt:lpwstr>
  </property>
</Properties>
</file>